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67" r:id="rId5"/>
    <p:sldId id="289" r:id="rId6"/>
    <p:sldId id="268" r:id="rId7"/>
    <p:sldId id="304" r:id="rId8"/>
    <p:sldId id="305" r:id="rId9"/>
    <p:sldId id="291" r:id="rId10"/>
    <p:sldId id="303" r:id="rId11"/>
    <p:sldId id="292" r:id="rId12"/>
    <p:sldId id="290" r:id="rId13"/>
    <p:sldId id="293" r:id="rId14"/>
    <p:sldId id="294" r:id="rId15"/>
    <p:sldId id="300" r:id="rId16"/>
    <p:sldId id="301" r:id="rId17"/>
    <p:sldId id="296" r:id="rId18"/>
    <p:sldId id="298" r:id="rId19"/>
    <p:sldId id="297" r:id="rId20"/>
    <p:sldId id="306" r:id="rId21"/>
  </p:sldIdLst>
  <p:sldSz cx="9906000" cy="6858000" type="A4"/>
  <p:notesSz cx="6797675" cy="9926638"/>
  <p:defaultTextStyle>
    <a:defPPr>
      <a:defRPr lang="en-US"/>
    </a:defPPr>
    <a:lvl1pPr algn="l" defTabSz="1071521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534967" indent="-77785" algn="l" defTabSz="1071521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1071521" indent="-157157" algn="l" defTabSz="1071521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608074" indent="-236529" algn="l" defTabSz="1071521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2144628" indent="-315900" algn="l" defTabSz="1071521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5910" algn="l" defTabSz="914364" rtl="0" eaLnBrk="1" latinLnBrk="0" hangingPunct="1">
      <a:defRPr sz="21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091" algn="l" defTabSz="914364" rtl="0" eaLnBrk="1" latinLnBrk="0" hangingPunct="1">
      <a:defRPr sz="21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273" algn="l" defTabSz="914364" rtl="0" eaLnBrk="1" latinLnBrk="0" hangingPunct="1">
      <a:defRPr sz="21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455" algn="l" defTabSz="914364" rtl="0" eaLnBrk="1" latinLnBrk="0" hangingPunct="1">
      <a:defRPr sz="21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F5D9"/>
    <a:srgbClr val="CCECFF"/>
    <a:srgbClr val="D8E5F8"/>
    <a:srgbClr val="CC0000"/>
    <a:srgbClr val="FF6600"/>
    <a:srgbClr val="FD5341"/>
    <a:srgbClr val="C3DC30"/>
    <a:srgbClr val="FFFF0D"/>
    <a:srgbClr val="FFFF99"/>
    <a:srgbClr val="FF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54" autoAdjust="0"/>
    <p:restoredTop sz="98331" autoAdjust="0"/>
  </p:normalViewPr>
  <p:slideViewPr>
    <p:cSldViewPr>
      <p:cViewPr varScale="1">
        <p:scale>
          <a:sx n="91" d="100"/>
          <a:sy n="91" d="100"/>
        </p:scale>
        <p:origin x="1369" y="87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E8F398-CE23-4A99-AC00-7078FF3C4977}" type="doc">
      <dgm:prSet loTypeId="urn:microsoft.com/office/officeart/2008/layout/VerticalCurvedList" loCatId="list" qsTypeId="urn:microsoft.com/office/officeart/2005/8/quickstyle/simple2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9B530265-57CF-4487-BB83-73F64FE34433}">
      <dgm:prSet phldrT="[Text]" custT="1"/>
      <dgm:spPr/>
      <dgm:t>
        <a:bodyPr/>
        <a:lstStyle/>
        <a:p>
          <a:pPr algn="ctr"/>
          <a:r>
            <a:rPr lang="en-GB" sz="3600" b="1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+mn-ea"/>
              <a:cs typeface="+mn-cs"/>
            </a:rPr>
            <a:t>POLYMER PUMPS </a:t>
          </a:r>
          <a:r>
            <a:rPr lang="en-US" sz="3600" b="1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+mn-ea"/>
              <a:cs typeface="+mn-cs"/>
            </a:rPr>
            <a:t>DATA</a:t>
          </a:r>
        </a:p>
      </dgm:t>
    </dgm:pt>
    <dgm:pt modelId="{1BE42522-AC4F-4BF9-948F-1C1EDF8D9F75}" type="parTrans" cxnId="{0988C1AB-0BE8-485E-8806-E9D0459E0048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67BB34A-92FC-47F0-8F44-D072A6D348B4}" type="sibTrans" cxnId="{0988C1AB-0BE8-485E-8806-E9D0459E0048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7FEF251-39FC-49FB-8A77-DF0F86FAC5EF}">
      <dgm:prSet phldrT="[Text]" custT="1"/>
      <dgm:spPr/>
      <dgm:t>
        <a:bodyPr/>
        <a:lstStyle/>
        <a:p>
          <a:r>
            <a:rPr lang="en-GB" sz="3200" b="1" kern="1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+mn-ea"/>
              <a:cs typeface="+mn-cs"/>
            </a:rPr>
            <a:t>OBSERVATION </a:t>
          </a:r>
          <a:endParaRPr lang="en-US" sz="3200" b="1" kern="1200" dirty="0">
            <a:solidFill>
              <a:prstClr val="white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/>
            <a:ea typeface="+mn-ea"/>
            <a:cs typeface="+mn-cs"/>
          </a:endParaRPr>
        </a:p>
      </dgm:t>
    </dgm:pt>
    <dgm:pt modelId="{CA23132D-531D-491A-AAF3-0E577D4582E6}" type="parTrans" cxnId="{BFDD00F7-F7E6-4D4C-9708-DE837D9A5442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AE85FE9-99AB-42C7-88B7-FAE8A2A9E318}" type="sibTrans" cxnId="{BFDD00F7-F7E6-4D4C-9708-DE837D9A5442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65D0E16-118B-4B27-8CC0-E77F20026FFA}">
      <dgm:prSet phldrT="[Text]"/>
      <dgm:spPr/>
      <dgm:t>
        <a:bodyPr/>
        <a:lstStyle/>
        <a:p>
          <a:r>
            <a: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CONCLUSION AND PATH FORWARD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5EF3B34-51EC-4762-9418-6963B3FCF094}" type="parTrans" cxnId="{3014BFAB-99C9-4092-8584-D8C7EDCD4B0F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5141260-63AF-46A7-9ADC-E31DD271D7C8}" type="sibTrans" cxnId="{3014BFAB-99C9-4092-8584-D8C7EDCD4B0F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93E4AB6-722C-4D6F-8938-A71425AD4D49}" type="pres">
      <dgm:prSet presAssocID="{01E8F398-CE23-4A99-AC00-7078FF3C4977}" presName="Name0" presStyleCnt="0">
        <dgm:presLayoutVars>
          <dgm:chMax val="7"/>
          <dgm:chPref val="7"/>
          <dgm:dir/>
        </dgm:presLayoutVars>
      </dgm:prSet>
      <dgm:spPr/>
    </dgm:pt>
    <dgm:pt modelId="{0BA933DE-3E7C-48B4-89FB-5202E0ECFE95}" type="pres">
      <dgm:prSet presAssocID="{01E8F398-CE23-4A99-AC00-7078FF3C4977}" presName="Name1" presStyleCnt="0"/>
      <dgm:spPr/>
    </dgm:pt>
    <dgm:pt modelId="{91F3644F-2AAC-40A7-A1E7-15E146467612}" type="pres">
      <dgm:prSet presAssocID="{01E8F398-CE23-4A99-AC00-7078FF3C4977}" presName="cycle" presStyleCnt="0"/>
      <dgm:spPr/>
    </dgm:pt>
    <dgm:pt modelId="{BDDBF057-B1B7-498E-A2BA-98EB81886157}" type="pres">
      <dgm:prSet presAssocID="{01E8F398-CE23-4A99-AC00-7078FF3C4977}" presName="srcNode" presStyleLbl="node1" presStyleIdx="0" presStyleCnt="3"/>
      <dgm:spPr/>
    </dgm:pt>
    <dgm:pt modelId="{2720C6BE-C231-4881-A31B-96FFC1459F24}" type="pres">
      <dgm:prSet presAssocID="{01E8F398-CE23-4A99-AC00-7078FF3C4977}" presName="conn" presStyleLbl="parChTrans1D2" presStyleIdx="0" presStyleCnt="1"/>
      <dgm:spPr/>
    </dgm:pt>
    <dgm:pt modelId="{F029C367-5571-48A7-909B-1214CDD92871}" type="pres">
      <dgm:prSet presAssocID="{01E8F398-CE23-4A99-AC00-7078FF3C4977}" presName="extraNode" presStyleLbl="node1" presStyleIdx="0" presStyleCnt="3"/>
      <dgm:spPr/>
    </dgm:pt>
    <dgm:pt modelId="{281D7B6D-BFC4-4290-A2EA-62B7F3B6ECD8}" type="pres">
      <dgm:prSet presAssocID="{01E8F398-CE23-4A99-AC00-7078FF3C4977}" presName="dstNode" presStyleLbl="node1" presStyleIdx="0" presStyleCnt="3"/>
      <dgm:spPr/>
    </dgm:pt>
    <dgm:pt modelId="{CC150690-F9C9-4FDB-B093-E939B574AF3C}" type="pres">
      <dgm:prSet presAssocID="{9B530265-57CF-4487-BB83-73F64FE34433}" presName="text_1" presStyleLbl="node1" presStyleIdx="0" presStyleCnt="3">
        <dgm:presLayoutVars>
          <dgm:bulletEnabled val="1"/>
        </dgm:presLayoutVars>
      </dgm:prSet>
      <dgm:spPr/>
    </dgm:pt>
    <dgm:pt modelId="{38389E00-79CA-44AD-A2B8-03F19EFE3CFB}" type="pres">
      <dgm:prSet presAssocID="{9B530265-57CF-4487-BB83-73F64FE34433}" presName="accent_1" presStyleCnt="0"/>
      <dgm:spPr/>
    </dgm:pt>
    <dgm:pt modelId="{5D7FB48D-D325-4992-B7C9-B2263DFF7925}" type="pres">
      <dgm:prSet presAssocID="{9B530265-57CF-4487-BB83-73F64FE34433}" presName="accentRepeatNode" presStyleLbl="solidFgAcc1" presStyleIdx="0" presStyleCnt="3"/>
      <dgm:spPr/>
    </dgm:pt>
    <dgm:pt modelId="{EA916141-163D-4744-A5EF-BC4C4C7FDC10}" type="pres">
      <dgm:prSet presAssocID="{D7FEF251-39FC-49FB-8A77-DF0F86FAC5EF}" presName="text_2" presStyleLbl="node1" presStyleIdx="1" presStyleCnt="3">
        <dgm:presLayoutVars>
          <dgm:bulletEnabled val="1"/>
        </dgm:presLayoutVars>
      </dgm:prSet>
      <dgm:spPr/>
    </dgm:pt>
    <dgm:pt modelId="{719AD902-D2F1-44C6-ACD2-75FF147AB1A1}" type="pres">
      <dgm:prSet presAssocID="{D7FEF251-39FC-49FB-8A77-DF0F86FAC5EF}" presName="accent_2" presStyleCnt="0"/>
      <dgm:spPr/>
    </dgm:pt>
    <dgm:pt modelId="{E9519CBF-1366-414C-801D-48E9171EAA9B}" type="pres">
      <dgm:prSet presAssocID="{D7FEF251-39FC-49FB-8A77-DF0F86FAC5EF}" presName="accentRepeatNode" presStyleLbl="solidFgAcc1" presStyleIdx="1" presStyleCnt="3"/>
      <dgm:spPr/>
    </dgm:pt>
    <dgm:pt modelId="{7C651ACF-54BF-40FB-890A-94611A72BC76}" type="pres">
      <dgm:prSet presAssocID="{565D0E16-118B-4B27-8CC0-E77F20026FFA}" presName="text_3" presStyleLbl="node1" presStyleIdx="2" presStyleCnt="3">
        <dgm:presLayoutVars>
          <dgm:bulletEnabled val="1"/>
        </dgm:presLayoutVars>
      </dgm:prSet>
      <dgm:spPr/>
    </dgm:pt>
    <dgm:pt modelId="{2A1FF038-E2F4-43A1-BC67-931C0A12F8E2}" type="pres">
      <dgm:prSet presAssocID="{565D0E16-118B-4B27-8CC0-E77F20026FFA}" presName="accent_3" presStyleCnt="0"/>
      <dgm:spPr/>
    </dgm:pt>
    <dgm:pt modelId="{28E3C4CB-0AAE-4D7F-B666-30EF4FC08E39}" type="pres">
      <dgm:prSet presAssocID="{565D0E16-118B-4B27-8CC0-E77F20026FFA}" presName="accentRepeatNode" presStyleLbl="solidFgAcc1" presStyleIdx="2" presStyleCnt="3"/>
      <dgm:spPr/>
    </dgm:pt>
  </dgm:ptLst>
  <dgm:cxnLst>
    <dgm:cxn modelId="{D6D57126-F835-44A6-A7DA-4C664B1B34FD}" type="presOf" srcId="{9B530265-57CF-4487-BB83-73F64FE34433}" destId="{CC150690-F9C9-4FDB-B093-E939B574AF3C}" srcOrd="0" destOrd="0" presId="urn:microsoft.com/office/officeart/2008/layout/VerticalCurvedList"/>
    <dgm:cxn modelId="{43375D5D-EC27-4037-B30E-DB78F1E9CD66}" type="presOf" srcId="{167BB34A-92FC-47F0-8F44-D072A6D348B4}" destId="{2720C6BE-C231-4881-A31B-96FFC1459F24}" srcOrd="0" destOrd="0" presId="urn:microsoft.com/office/officeart/2008/layout/VerticalCurvedList"/>
    <dgm:cxn modelId="{ED969F8A-0048-4DA0-9AE8-496649FA1E09}" type="presOf" srcId="{D7FEF251-39FC-49FB-8A77-DF0F86FAC5EF}" destId="{EA916141-163D-4744-A5EF-BC4C4C7FDC10}" srcOrd="0" destOrd="0" presId="urn:microsoft.com/office/officeart/2008/layout/VerticalCurvedList"/>
    <dgm:cxn modelId="{47A82294-739A-418E-871C-17A1C4992714}" type="presOf" srcId="{01E8F398-CE23-4A99-AC00-7078FF3C4977}" destId="{093E4AB6-722C-4D6F-8938-A71425AD4D49}" srcOrd="0" destOrd="0" presId="urn:microsoft.com/office/officeart/2008/layout/VerticalCurvedList"/>
    <dgm:cxn modelId="{3014BFAB-99C9-4092-8584-D8C7EDCD4B0F}" srcId="{01E8F398-CE23-4A99-AC00-7078FF3C4977}" destId="{565D0E16-118B-4B27-8CC0-E77F20026FFA}" srcOrd="2" destOrd="0" parTransId="{55EF3B34-51EC-4762-9418-6963B3FCF094}" sibTransId="{75141260-63AF-46A7-9ADC-E31DD271D7C8}"/>
    <dgm:cxn modelId="{0988C1AB-0BE8-485E-8806-E9D0459E0048}" srcId="{01E8F398-CE23-4A99-AC00-7078FF3C4977}" destId="{9B530265-57CF-4487-BB83-73F64FE34433}" srcOrd="0" destOrd="0" parTransId="{1BE42522-AC4F-4BF9-948F-1C1EDF8D9F75}" sibTransId="{167BB34A-92FC-47F0-8F44-D072A6D348B4}"/>
    <dgm:cxn modelId="{06E5BDC0-CDCC-4FB6-BE09-EF80E5B77E3A}" type="presOf" srcId="{565D0E16-118B-4B27-8CC0-E77F20026FFA}" destId="{7C651ACF-54BF-40FB-890A-94611A72BC76}" srcOrd="0" destOrd="0" presId="urn:microsoft.com/office/officeart/2008/layout/VerticalCurvedList"/>
    <dgm:cxn modelId="{BFDD00F7-F7E6-4D4C-9708-DE837D9A5442}" srcId="{01E8F398-CE23-4A99-AC00-7078FF3C4977}" destId="{D7FEF251-39FC-49FB-8A77-DF0F86FAC5EF}" srcOrd="1" destOrd="0" parTransId="{CA23132D-531D-491A-AAF3-0E577D4582E6}" sibTransId="{1AE85FE9-99AB-42C7-88B7-FAE8A2A9E318}"/>
    <dgm:cxn modelId="{6EDE7077-3C11-410B-AC89-A3F40517F15A}" type="presParOf" srcId="{093E4AB6-722C-4D6F-8938-A71425AD4D49}" destId="{0BA933DE-3E7C-48B4-89FB-5202E0ECFE95}" srcOrd="0" destOrd="0" presId="urn:microsoft.com/office/officeart/2008/layout/VerticalCurvedList"/>
    <dgm:cxn modelId="{DFAE0EB9-0909-4553-990C-6766A3B44E76}" type="presParOf" srcId="{0BA933DE-3E7C-48B4-89FB-5202E0ECFE95}" destId="{91F3644F-2AAC-40A7-A1E7-15E146467612}" srcOrd="0" destOrd="0" presId="urn:microsoft.com/office/officeart/2008/layout/VerticalCurvedList"/>
    <dgm:cxn modelId="{7CE2D6CB-A3A0-4B75-906D-F38703FB3C8C}" type="presParOf" srcId="{91F3644F-2AAC-40A7-A1E7-15E146467612}" destId="{BDDBF057-B1B7-498E-A2BA-98EB81886157}" srcOrd="0" destOrd="0" presId="urn:microsoft.com/office/officeart/2008/layout/VerticalCurvedList"/>
    <dgm:cxn modelId="{448C0168-1B89-498B-9EDA-66016E359BC7}" type="presParOf" srcId="{91F3644F-2AAC-40A7-A1E7-15E146467612}" destId="{2720C6BE-C231-4881-A31B-96FFC1459F24}" srcOrd="1" destOrd="0" presId="urn:microsoft.com/office/officeart/2008/layout/VerticalCurvedList"/>
    <dgm:cxn modelId="{B9833BF5-7FA8-46E4-97FD-0E11C5B5D399}" type="presParOf" srcId="{91F3644F-2AAC-40A7-A1E7-15E146467612}" destId="{F029C367-5571-48A7-909B-1214CDD92871}" srcOrd="2" destOrd="0" presId="urn:microsoft.com/office/officeart/2008/layout/VerticalCurvedList"/>
    <dgm:cxn modelId="{E4A328B1-580A-49F6-9281-CB622B2EE762}" type="presParOf" srcId="{91F3644F-2AAC-40A7-A1E7-15E146467612}" destId="{281D7B6D-BFC4-4290-A2EA-62B7F3B6ECD8}" srcOrd="3" destOrd="0" presId="urn:microsoft.com/office/officeart/2008/layout/VerticalCurvedList"/>
    <dgm:cxn modelId="{92DD717A-0B72-483C-BB6B-EDCC5C9E6C89}" type="presParOf" srcId="{0BA933DE-3E7C-48B4-89FB-5202E0ECFE95}" destId="{CC150690-F9C9-4FDB-B093-E939B574AF3C}" srcOrd="1" destOrd="0" presId="urn:microsoft.com/office/officeart/2008/layout/VerticalCurvedList"/>
    <dgm:cxn modelId="{4A2BF56B-4EA8-4715-A5DC-45BAA216D25A}" type="presParOf" srcId="{0BA933DE-3E7C-48B4-89FB-5202E0ECFE95}" destId="{38389E00-79CA-44AD-A2B8-03F19EFE3CFB}" srcOrd="2" destOrd="0" presId="urn:microsoft.com/office/officeart/2008/layout/VerticalCurvedList"/>
    <dgm:cxn modelId="{9E63A51F-1719-419E-84A8-59DFEEFAC393}" type="presParOf" srcId="{38389E00-79CA-44AD-A2B8-03F19EFE3CFB}" destId="{5D7FB48D-D325-4992-B7C9-B2263DFF7925}" srcOrd="0" destOrd="0" presId="urn:microsoft.com/office/officeart/2008/layout/VerticalCurvedList"/>
    <dgm:cxn modelId="{AA432029-5919-49A3-B2FB-68957B39D8C8}" type="presParOf" srcId="{0BA933DE-3E7C-48B4-89FB-5202E0ECFE95}" destId="{EA916141-163D-4744-A5EF-BC4C4C7FDC10}" srcOrd="3" destOrd="0" presId="urn:microsoft.com/office/officeart/2008/layout/VerticalCurvedList"/>
    <dgm:cxn modelId="{8A309AF6-3BF3-414E-93B1-04A1DA03483D}" type="presParOf" srcId="{0BA933DE-3E7C-48B4-89FB-5202E0ECFE95}" destId="{719AD902-D2F1-44C6-ACD2-75FF147AB1A1}" srcOrd="4" destOrd="0" presId="urn:microsoft.com/office/officeart/2008/layout/VerticalCurvedList"/>
    <dgm:cxn modelId="{5AE9589A-7804-4865-90A0-A92336BC3256}" type="presParOf" srcId="{719AD902-D2F1-44C6-ACD2-75FF147AB1A1}" destId="{E9519CBF-1366-414C-801D-48E9171EAA9B}" srcOrd="0" destOrd="0" presId="urn:microsoft.com/office/officeart/2008/layout/VerticalCurvedList"/>
    <dgm:cxn modelId="{9A49E8D9-8EE0-446C-84B0-F6F0540D348F}" type="presParOf" srcId="{0BA933DE-3E7C-48B4-89FB-5202E0ECFE95}" destId="{7C651ACF-54BF-40FB-890A-94611A72BC76}" srcOrd="5" destOrd="0" presId="urn:microsoft.com/office/officeart/2008/layout/VerticalCurvedList"/>
    <dgm:cxn modelId="{2D9FACD7-ECB4-4ED5-B857-D76C98BE79D5}" type="presParOf" srcId="{0BA933DE-3E7C-48B4-89FB-5202E0ECFE95}" destId="{2A1FF038-E2F4-43A1-BC67-931C0A12F8E2}" srcOrd="6" destOrd="0" presId="urn:microsoft.com/office/officeart/2008/layout/VerticalCurvedList"/>
    <dgm:cxn modelId="{A26418C2-B57F-46F8-8D1E-60320EA3E64F}" type="presParOf" srcId="{2A1FF038-E2F4-43A1-BC67-931C0A12F8E2}" destId="{28E3C4CB-0AAE-4D7F-B666-30EF4FC08E3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242098-D95C-4ABA-8116-5CA55E045A08}" type="doc">
      <dgm:prSet loTypeId="urn:microsoft.com/office/officeart/2005/8/layout/list1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853AF7F-A113-4B54-A0DB-471796ED9788}">
      <dgm:prSet phldrT="[Text]" custT="1"/>
      <dgm:spPr/>
      <dgm:t>
        <a:bodyPr/>
        <a:lstStyle/>
        <a:p>
          <a:pPr algn="l">
            <a:buFont typeface="+mj-lt"/>
            <a:buAutoNum type="arabicPeriod"/>
          </a:pPr>
          <a:r>
            <a:rPr lang="en-US" sz="1600" b="1" u="none" dirty="0"/>
            <a:t>THERMOREX RT 90 </a:t>
          </a:r>
          <a:endParaRPr lang="en-US" sz="1600" u="none" dirty="0"/>
        </a:p>
      </dgm:t>
    </dgm:pt>
    <dgm:pt modelId="{A17F871A-3ED8-4BE0-BDB3-8F4A8609B9AC}" type="parTrans" cxnId="{7C39989C-AAA7-4DE9-90E2-15BBDA1A0834}">
      <dgm:prSet/>
      <dgm:spPr/>
      <dgm:t>
        <a:bodyPr/>
        <a:lstStyle/>
        <a:p>
          <a:endParaRPr lang="en-US"/>
        </a:p>
      </dgm:t>
    </dgm:pt>
    <dgm:pt modelId="{C8DE2808-D41D-4F1A-8FA7-9F3EE7674C15}" type="sibTrans" cxnId="{7C39989C-AAA7-4DE9-90E2-15BBDA1A0834}">
      <dgm:prSet/>
      <dgm:spPr/>
      <dgm:t>
        <a:bodyPr/>
        <a:lstStyle/>
        <a:p>
          <a:endParaRPr lang="en-US"/>
        </a:p>
      </dgm:t>
    </dgm:pt>
    <dgm:pt modelId="{397159FA-0462-4628-BAF1-1C22456021FB}">
      <dgm:prSet phldrT="[Text]" custT="1"/>
      <dgm:spPr/>
      <dgm:t>
        <a:bodyPr/>
        <a:lstStyle/>
        <a:p>
          <a:pPr>
            <a:buFont typeface="+mj-lt"/>
            <a:buAutoNum type="arabicPeriod" startAt="2"/>
          </a:pPr>
          <a:r>
            <a:rPr lang="en-US" sz="1600" b="1" u="none" dirty="0"/>
            <a:t>THERMOREX RT 140 </a:t>
          </a:r>
          <a:endParaRPr lang="en-US" sz="1600" u="none" dirty="0"/>
        </a:p>
      </dgm:t>
    </dgm:pt>
    <dgm:pt modelId="{9105833E-E185-4F64-9E6E-3C438D4DA5DD}" type="parTrans" cxnId="{91AC73FE-380D-453C-A159-1140D99F70A8}">
      <dgm:prSet/>
      <dgm:spPr/>
      <dgm:t>
        <a:bodyPr/>
        <a:lstStyle/>
        <a:p>
          <a:endParaRPr lang="en-US"/>
        </a:p>
      </dgm:t>
    </dgm:pt>
    <dgm:pt modelId="{48FA8A5F-0F16-4395-A50E-815CBF297AEC}" type="sibTrans" cxnId="{91AC73FE-380D-453C-A159-1140D99F70A8}">
      <dgm:prSet/>
      <dgm:spPr/>
      <dgm:t>
        <a:bodyPr/>
        <a:lstStyle/>
        <a:p>
          <a:endParaRPr lang="en-US"/>
        </a:p>
      </dgm:t>
    </dgm:pt>
    <dgm:pt modelId="{E80D7FC8-9288-41E7-90EE-A26FAA9DF593}">
      <dgm:prSet phldrT="[Text]" custT="1"/>
      <dgm:spPr/>
      <dgm:t>
        <a:bodyPr/>
        <a:lstStyle/>
        <a:p>
          <a:pPr>
            <a:buFont typeface="+mj-lt"/>
            <a:buAutoNum type="arabicPeriod" startAt="3"/>
          </a:pPr>
          <a:r>
            <a:rPr lang="en-US" sz="1400" b="1" u="none" dirty="0"/>
            <a:t>For 180 size different models used at various sites .</a:t>
          </a:r>
        </a:p>
      </dgm:t>
    </dgm:pt>
    <dgm:pt modelId="{F17136C6-E166-4FCE-91CA-1E031EC87490}" type="parTrans" cxnId="{82D82FD1-8C37-472A-9D48-B07D463A8174}">
      <dgm:prSet/>
      <dgm:spPr/>
      <dgm:t>
        <a:bodyPr/>
        <a:lstStyle/>
        <a:p>
          <a:endParaRPr lang="en-US"/>
        </a:p>
      </dgm:t>
    </dgm:pt>
    <dgm:pt modelId="{957B2AF3-0CFC-44C6-8398-BA0B3142F31B}" type="sibTrans" cxnId="{82D82FD1-8C37-472A-9D48-B07D463A8174}">
      <dgm:prSet/>
      <dgm:spPr/>
      <dgm:t>
        <a:bodyPr/>
        <a:lstStyle/>
        <a:p>
          <a:endParaRPr lang="en-US"/>
        </a:p>
      </dgm:t>
    </dgm:pt>
    <dgm:pt modelId="{F02071F4-9B69-4B33-BA48-BF9BB95B2212}">
      <dgm:prSet/>
      <dgm:spPr/>
      <dgm:t>
        <a:bodyPr/>
        <a:lstStyle/>
        <a:p>
          <a:r>
            <a:rPr lang="en-US" sz="1100" b="1" dirty="0">
              <a:solidFill>
                <a:srgbClr val="002060"/>
              </a:solidFill>
            </a:rPr>
            <a:t>APT CP1 /  APT CP2 / IPPI  have these pumps of same capacity installed  but all 3 have different seal type    VISLIP /  VISPAC /  DOUBLE MECHANICAL SEAL BACK TO BACK.</a:t>
          </a:r>
        </a:p>
      </dgm:t>
    </dgm:pt>
    <dgm:pt modelId="{BDF647C9-AB5C-416E-8BBE-5A259F30AF97}" type="parTrans" cxnId="{2548CD96-74E1-4F79-925B-36DA790012DE}">
      <dgm:prSet/>
      <dgm:spPr/>
      <dgm:t>
        <a:bodyPr/>
        <a:lstStyle/>
        <a:p>
          <a:endParaRPr lang="en-US"/>
        </a:p>
      </dgm:t>
    </dgm:pt>
    <dgm:pt modelId="{12D194AA-D437-4197-A2B4-2F43BAD0F70F}" type="sibTrans" cxnId="{2548CD96-74E1-4F79-925B-36DA790012DE}">
      <dgm:prSet/>
      <dgm:spPr/>
      <dgm:t>
        <a:bodyPr/>
        <a:lstStyle/>
        <a:p>
          <a:endParaRPr lang="en-US"/>
        </a:p>
      </dgm:t>
    </dgm:pt>
    <dgm:pt modelId="{BEE3C334-9C5F-4FFD-9D23-273102F3634A}">
      <dgm:prSet custT="1"/>
      <dgm:spPr/>
      <dgm:t>
        <a:bodyPr/>
        <a:lstStyle/>
        <a:p>
          <a:endParaRPr lang="en-US" sz="800" b="1" dirty="0">
            <a:solidFill>
              <a:srgbClr val="002060"/>
            </a:solidFill>
          </a:endParaRPr>
        </a:p>
      </dgm:t>
    </dgm:pt>
    <dgm:pt modelId="{DEF25E9D-F810-41DC-A202-BD70C0B53802}" type="parTrans" cxnId="{6CEB3646-51DD-4747-B01C-BD0BDCF07C2B}">
      <dgm:prSet/>
      <dgm:spPr/>
      <dgm:t>
        <a:bodyPr/>
        <a:lstStyle/>
        <a:p>
          <a:endParaRPr lang="en-US"/>
        </a:p>
      </dgm:t>
    </dgm:pt>
    <dgm:pt modelId="{BBC11190-8C6C-43C0-931A-50A44B4E4328}" type="sibTrans" cxnId="{6CEB3646-51DD-4747-B01C-BD0BDCF07C2B}">
      <dgm:prSet/>
      <dgm:spPr/>
      <dgm:t>
        <a:bodyPr/>
        <a:lstStyle/>
        <a:p>
          <a:endParaRPr lang="en-US"/>
        </a:p>
      </dgm:t>
    </dgm:pt>
    <dgm:pt modelId="{742C0B38-01EF-49FB-BA7C-1AEAEB6EFB6B}">
      <dgm:prSet/>
      <dgm:spPr/>
      <dgm:t>
        <a:bodyPr/>
        <a:lstStyle/>
        <a:p>
          <a:r>
            <a:rPr lang="en-US" sz="1100" b="1" dirty="0">
              <a:solidFill>
                <a:srgbClr val="002060"/>
              </a:solidFill>
            </a:rPr>
            <a:t>Also the KW rating of motors is different ?  22 KW APT CP1 /  11 KW APT CP2 / 15 KW IPPI.</a:t>
          </a:r>
        </a:p>
      </dgm:t>
    </dgm:pt>
    <dgm:pt modelId="{4F572A12-CC5F-4111-B36B-BAE21D92C732}" type="parTrans" cxnId="{21048F7B-E45F-4161-99E4-60076DC2301F}">
      <dgm:prSet/>
      <dgm:spPr/>
      <dgm:t>
        <a:bodyPr/>
        <a:lstStyle/>
        <a:p>
          <a:endParaRPr lang="en-US"/>
        </a:p>
      </dgm:t>
    </dgm:pt>
    <dgm:pt modelId="{A50E3252-A6DE-4416-AA40-F1F5CCBF3C6E}" type="sibTrans" cxnId="{21048F7B-E45F-4161-99E4-60076DC2301F}">
      <dgm:prSet/>
      <dgm:spPr/>
      <dgm:t>
        <a:bodyPr/>
        <a:lstStyle/>
        <a:p>
          <a:endParaRPr lang="en-US"/>
        </a:p>
      </dgm:t>
    </dgm:pt>
    <dgm:pt modelId="{C8FB886A-083A-4806-8FFE-088D9E8BE350}">
      <dgm:prSet custT="1"/>
      <dgm:spPr/>
      <dgm:t>
        <a:bodyPr/>
        <a:lstStyle/>
        <a:p>
          <a:endParaRPr lang="en-US" sz="600" b="1" dirty="0">
            <a:solidFill>
              <a:srgbClr val="002060"/>
            </a:solidFill>
          </a:endParaRPr>
        </a:p>
      </dgm:t>
    </dgm:pt>
    <dgm:pt modelId="{EC188CB4-EDFD-422E-B221-1EB5641C3AB0}" type="parTrans" cxnId="{DD0DC958-33C1-4BE1-BC88-28AA52489B72}">
      <dgm:prSet/>
      <dgm:spPr/>
      <dgm:t>
        <a:bodyPr/>
        <a:lstStyle/>
        <a:p>
          <a:endParaRPr lang="en-US"/>
        </a:p>
      </dgm:t>
    </dgm:pt>
    <dgm:pt modelId="{DBC4EFE9-6D35-4223-980A-77EDC6420393}" type="sibTrans" cxnId="{DD0DC958-33C1-4BE1-BC88-28AA52489B72}">
      <dgm:prSet/>
      <dgm:spPr/>
      <dgm:t>
        <a:bodyPr/>
        <a:lstStyle/>
        <a:p>
          <a:endParaRPr lang="en-US"/>
        </a:p>
      </dgm:t>
    </dgm:pt>
    <dgm:pt modelId="{EB203C66-36D0-4C5E-AE5A-546DA605CA03}">
      <dgm:prSet/>
      <dgm:spPr/>
      <dgm:t>
        <a:bodyPr/>
        <a:lstStyle/>
        <a:p>
          <a:r>
            <a:rPr lang="en-US" sz="1100" b="1" dirty="0">
              <a:solidFill>
                <a:srgbClr val="002060"/>
              </a:solidFill>
            </a:rPr>
            <a:t>IPPI has shown yearly expenses on 5400 USD for seal parts whereas  APT CP-2 has NIL &amp;  APT CP-1 has 1300 USD per year .  </a:t>
          </a:r>
        </a:p>
      </dgm:t>
    </dgm:pt>
    <dgm:pt modelId="{F88A270A-D1E0-499B-BF3F-5ADC762D3789}" type="parTrans" cxnId="{A83442B6-CCEB-4678-9857-80C2F659A780}">
      <dgm:prSet/>
      <dgm:spPr/>
      <dgm:t>
        <a:bodyPr/>
        <a:lstStyle/>
        <a:p>
          <a:endParaRPr lang="en-US"/>
        </a:p>
      </dgm:t>
    </dgm:pt>
    <dgm:pt modelId="{56560E80-FFC4-4C67-A661-114E8A653062}" type="sibTrans" cxnId="{A83442B6-CCEB-4678-9857-80C2F659A780}">
      <dgm:prSet/>
      <dgm:spPr/>
      <dgm:t>
        <a:bodyPr/>
        <a:lstStyle/>
        <a:p>
          <a:endParaRPr lang="en-US"/>
        </a:p>
      </dgm:t>
    </dgm:pt>
    <dgm:pt modelId="{3B36D5A9-0126-4F73-8359-ED8DA5D33BD5}">
      <dgm:prSet custT="1"/>
      <dgm:spPr/>
      <dgm:t>
        <a:bodyPr/>
        <a:lstStyle/>
        <a:p>
          <a:endParaRPr lang="en-US" sz="500" b="1" dirty="0">
            <a:solidFill>
              <a:srgbClr val="002060"/>
            </a:solidFill>
          </a:endParaRPr>
        </a:p>
      </dgm:t>
    </dgm:pt>
    <dgm:pt modelId="{B858CBAA-BB75-4964-85A8-2D01F053C3B1}" type="parTrans" cxnId="{61C68BBD-48FB-4D49-9F17-F55D2C6A4A0D}">
      <dgm:prSet/>
      <dgm:spPr/>
      <dgm:t>
        <a:bodyPr/>
        <a:lstStyle/>
        <a:p>
          <a:endParaRPr lang="en-US"/>
        </a:p>
      </dgm:t>
    </dgm:pt>
    <dgm:pt modelId="{D846709A-6ED9-4C2F-BC6E-4D8D8AA177A6}" type="sibTrans" cxnId="{61C68BBD-48FB-4D49-9F17-F55D2C6A4A0D}">
      <dgm:prSet/>
      <dgm:spPr/>
      <dgm:t>
        <a:bodyPr/>
        <a:lstStyle/>
        <a:p>
          <a:endParaRPr lang="en-US"/>
        </a:p>
      </dgm:t>
    </dgm:pt>
    <dgm:pt modelId="{BE0E46C1-336C-4D84-A3B9-AB3AAA5F6847}">
      <dgm:prSet/>
      <dgm:spPr/>
      <dgm:t>
        <a:bodyPr/>
        <a:lstStyle/>
        <a:p>
          <a:r>
            <a:rPr lang="en-US" sz="1100" b="1" dirty="0">
              <a:solidFill>
                <a:srgbClr val="002060"/>
              </a:solidFill>
            </a:rPr>
            <a:t>** VISPAC technically is the best as low seal failures compared to other 2 . Double mech seal has more failures. </a:t>
          </a:r>
        </a:p>
      </dgm:t>
    </dgm:pt>
    <dgm:pt modelId="{8615C687-1F96-43F0-B2F3-3820664B4E55}" type="parTrans" cxnId="{D76239C6-4D97-4598-A308-CBD621174934}">
      <dgm:prSet/>
      <dgm:spPr/>
      <dgm:t>
        <a:bodyPr/>
        <a:lstStyle/>
        <a:p>
          <a:endParaRPr lang="en-US"/>
        </a:p>
      </dgm:t>
    </dgm:pt>
    <dgm:pt modelId="{B1FAE950-353D-4712-B5D0-A7AC365A2976}" type="sibTrans" cxnId="{D76239C6-4D97-4598-A308-CBD621174934}">
      <dgm:prSet/>
      <dgm:spPr/>
      <dgm:t>
        <a:bodyPr/>
        <a:lstStyle/>
        <a:p>
          <a:endParaRPr lang="en-US"/>
        </a:p>
      </dgm:t>
    </dgm:pt>
    <dgm:pt modelId="{214861AE-FD8F-4EF7-899D-E804B23ECAA4}">
      <dgm:prSet/>
      <dgm:spPr/>
      <dgm:t>
        <a:bodyPr/>
        <a:lstStyle/>
        <a:p>
          <a:r>
            <a:rPr lang="en-US" b="1" dirty="0">
              <a:solidFill>
                <a:srgbClr val="002060"/>
              </a:solidFill>
            </a:rPr>
            <a:t>SPT CP2 /  IVC TURKEY /  IVPM use  these pumps </a:t>
          </a:r>
        </a:p>
      </dgm:t>
    </dgm:pt>
    <dgm:pt modelId="{E0C095FB-4419-4F67-BA4C-9B801F86351C}" type="parTrans" cxnId="{138C8484-7E9A-4B41-9E03-8BAB6BA08A7D}">
      <dgm:prSet/>
      <dgm:spPr/>
      <dgm:t>
        <a:bodyPr/>
        <a:lstStyle/>
        <a:p>
          <a:endParaRPr lang="en-US"/>
        </a:p>
      </dgm:t>
    </dgm:pt>
    <dgm:pt modelId="{DC615BBE-55BD-4B67-A364-738938CBD371}" type="sibTrans" cxnId="{138C8484-7E9A-4B41-9E03-8BAB6BA08A7D}">
      <dgm:prSet/>
      <dgm:spPr/>
      <dgm:t>
        <a:bodyPr/>
        <a:lstStyle/>
        <a:p>
          <a:endParaRPr lang="en-US"/>
        </a:p>
      </dgm:t>
    </dgm:pt>
    <dgm:pt modelId="{B467A1BD-DA80-4294-9227-242C683AF641}">
      <dgm:prSet/>
      <dgm:spPr/>
      <dgm:t>
        <a:bodyPr/>
        <a:lstStyle/>
        <a:p>
          <a:r>
            <a:rPr lang="en-US" b="1" dirty="0">
              <a:solidFill>
                <a:srgbClr val="002060"/>
              </a:solidFill>
            </a:rPr>
            <a:t>THERMOREX RT 140 / MPS GEAR PUMP </a:t>
          </a:r>
          <a:r>
            <a:rPr lang="en-US" b="1" dirty="0" err="1">
              <a:solidFill>
                <a:srgbClr val="002060"/>
              </a:solidFill>
            </a:rPr>
            <a:t>thermorex</a:t>
          </a:r>
          <a:r>
            <a:rPr lang="en-US" b="1" dirty="0">
              <a:solidFill>
                <a:srgbClr val="002060"/>
              </a:solidFill>
            </a:rPr>
            <a:t>® TRP140-5 / </a:t>
          </a:r>
          <a:r>
            <a:rPr lang="en-US" b="1" dirty="0" err="1">
              <a:solidFill>
                <a:srgbClr val="002060"/>
              </a:solidFill>
            </a:rPr>
            <a:t>Therminox</a:t>
          </a:r>
          <a:r>
            <a:rPr lang="en-US" b="1" dirty="0">
              <a:solidFill>
                <a:srgbClr val="002060"/>
              </a:solidFill>
            </a:rPr>
            <a:t> 140/140  model used at above sites.</a:t>
          </a:r>
        </a:p>
      </dgm:t>
    </dgm:pt>
    <dgm:pt modelId="{F44EFEB7-569B-4F23-99AD-8D429C50730C}" type="parTrans" cxnId="{B4499117-797E-4856-BE7A-407D35EC2366}">
      <dgm:prSet/>
      <dgm:spPr/>
      <dgm:t>
        <a:bodyPr/>
        <a:lstStyle/>
        <a:p>
          <a:endParaRPr lang="en-US"/>
        </a:p>
      </dgm:t>
    </dgm:pt>
    <dgm:pt modelId="{69F0E712-6CA5-44CE-A3FD-35B1E1AF65D9}" type="sibTrans" cxnId="{B4499117-797E-4856-BE7A-407D35EC2366}">
      <dgm:prSet/>
      <dgm:spPr/>
      <dgm:t>
        <a:bodyPr/>
        <a:lstStyle/>
        <a:p>
          <a:endParaRPr lang="en-US"/>
        </a:p>
      </dgm:t>
    </dgm:pt>
    <dgm:pt modelId="{C96BB0B2-55DC-4181-BD7A-6F4B15A9F0E6}">
      <dgm:prSet/>
      <dgm:spPr/>
      <dgm:t>
        <a:bodyPr/>
        <a:lstStyle/>
        <a:p>
          <a:r>
            <a:rPr lang="en-US" b="1" dirty="0">
              <a:solidFill>
                <a:srgbClr val="002060"/>
              </a:solidFill>
            </a:rPr>
            <a:t>Seal Type is  VISLIP_Z /  VISPAC K /  MECH seal.</a:t>
          </a:r>
        </a:p>
      </dgm:t>
    </dgm:pt>
    <dgm:pt modelId="{1C21D89E-D1C7-43B1-945D-F89372FA95BF}" type="parTrans" cxnId="{6D9A02DD-6A3E-436C-84FF-20AEA37565E4}">
      <dgm:prSet/>
      <dgm:spPr/>
      <dgm:t>
        <a:bodyPr/>
        <a:lstStyle/>
        <a:p>
          <a:endParaRPr lang="en-US"/>
        </a:p>
      </dgm:t>
    </dgm:pt>
    <dgm:pt modelId="{FE316996-7F4F-4A35-A4AB-794291459973}" type="sibTrans" cxnId="{6D9A02DD-6A3E-436C-84FF-20AEA37565E4}">
      <dgm:prSet/>
      <dgm:spPr/>
      <dgm:t>
        <a:bodyPr/>
        <a:lstStyle/>
        <a:p>
          <a:endParaRPr lang="en-US"/>
        </a:p>
      </dgm:t>
    </dgm:pt>
    <dgm:pt modelId="{7106A0DD-4450-41B9-9EEB-D4FC362AFFB1}">
      <dgm:prSet/>
      <dgm:spPr/>
      <dgm:t>
        <a:bodyPr/>
        <a:lstStyle/>
        <a:p>
          <a:r>
            <a:rPr lang="en-US" b="1" dirty="0">
              <a:solidFill>
                <a:srgbClr val="002060"/>
              </a:solidFill>
            </a:rPr>
            <a:t>SPT CP2 &amp; IVC TURKEY has same capacity  &amp; motor rating only seal type is different?</a:t>
          </a:r>
        </a:p>
      </dgm:t>
    </dgm:pt>
    <dgm:pt modelId="{CE81BBEF-CF67-461B-A3B0-3922F4292D5F}" type="parTrans" cxnId="{C44E023F-7EA7-4ECF-9A0E-0186ABC145B0}">
      <dgm:prSet/>
      <dgm:spPr/>
      <dgm:t>
        <a:bodyPr/>
        <a:lstStyle/>
        <a:p>
          <a:endParaRPr lang="en-US"/>
        </a:p>
      </dgm:t>
    </dgm:pt>
    <dgm:pt modelId="{FC2E2573-AF1C-4250-B15D-4848B4609FB5}" type="sibTrans" cxnId="{C44E023F-7EA7-4ECF-9A0E-0186ABC145B0}">
      <dgm:prSet/>
      <dgm:spPr/>
      <dgm:t>
        <a:bodyPr/>
        <a:lstStyle/>
        <a:p>
          <a:endParaRPr lang="en-US"/>
        </a:p>
      </dgm:t>
    </dgm:pt>
    <dgm:pt modelId="{1A91AABC-E461-4A2D-BD76-0526CD9E665E}">
      <dgm:prSet custT="1"/>
      <dgm:spPr/>
      <dgm:t>
        <a:bodyPr/>
        <a:lstStyle/>
        <a:p>
          <a:r>
            <a:rPr lang="en-US" sz="1100" b="0" dirty="0">
              <a:solidFill>
                <a:schemeClr val="tx1"/>
              </a:solidFill>
            </a:rPr>
            <a:t>MPS Gear Pump </a:t>
          </a:r>
          <a:r>
            <a:rPr lang="en-US" sz="1100" b="0" dirty="0" err="1">
              <a:solidFill>
                <a:schemeClr val="tx1"/>
              </a:solidFill>
            </a:rPr>
            <a:t>Thermorex</a:t>
          </a:r>
          <a:r>
            <a:rPr lang="en-US" sz="1100" b="0" dirty="0">
              <a:solidFill>
                <a:schemeClr val="tx1"/>
              </a:solidFill>
            </a:rPr>
            <a:t> RT 180/ </a:t>
          </a:r>
          <a:r>
            <a:rPr lang="en-US" sz="1100" b="0" dirty="0" err="1">
              <a:solidFill>
                <a:schemeClr val="tx1"/>
              </a:solidFill>
            </a:rPr>
            <a:t>Thermorex</a:t>
          </a:r>
          <a:r>
            <a:rPr lang="en-US" sz="1100" b="0" dirty="0">
              <a:solidFill>
                <a:schemeClr val="tx1"/>
              </a:solidFill>
            </a:rPr>
            <a:t> RT  TRT 180-5/ </a:t>
          </a:r>
          <a:r>
            <a:rPr lang="en-US" sz="1100" b="0" dirty="0" err="1">
              <a:solidFill>
                <a:schemeClr val="tx1"/>
              </a:solidFill>
            </a:rPr>
            <a:t>Thermorex</a:t>
          </a:r>
          <a:r>
            <a:rPr lang="en-US" sz="1100" b="0" dirty="0">
              <a:solidFill>
                <a:schemeClr val="tx1"/>
              </a:solidFill>
            </a:rPr>
            <a:t> TRP 180 /THERMOREX TRP 180-5/</a:t>
          </a:r>
          <a:r>
            <a:rPr lang="en-US" sz="1100" b="0" dirty="0" err="1">
              <a:solidFill>
                <a:schemeClr val="tx1"/>
              </a:solidFill>
            </a:rPr>
            <a:t>Thermorex</a:t>
          </a:r>
          <a:r>
            <a:rPr lang="en-US" sz="1100" b="0" dirty="0">
              <a:solidFill>
                <a:schemeClr val="tx1"/>
              </a:solidFill>
            </a:rPr>
            <a:t> TRP 180-HV </a:t>
          </a:r>
        </a:p>
      </dgm:t>
    </dgm:pt>
    <dgm:pt modelId="{BEE24D72-8E7D-4C3D-8610-2CC3C79940AC}" type="parTrans" cxnId="{8D045C15-413D-4D2C-84EF-84C7F7AF1A2A}">
      <dgm:prSet/>
      <dgm:spPr/>
      <dgm:t>
        <a:bodyPr/>
        <a:lstStyle/>
        <a:p>
          <a:endParaRPr lang="en-US"/>
        </a:p>
      </dgm:t>
    </dgm:pt>
    <dgm:pt modelId="{59AF47AF-A78C-4885-BC42-F21C0C6FDDE2}" type="sibTrans" cxnId="{8D045C15-413D-4D2C-84EF-84C7F7AF1A2A}">
      <dgm:prSet/>
      <dgm:spPr/>
      <dgm:t>
        <a:bodyPr/>
        <a:lstStyle/>
        <a:p>
          <a:endParaRPr lang="en-US"/>
        </a:p>
      </dgm:t>
    </dgm:pt>
    <dgm:pt modelId="{BD43965B-6867-4900-BE7C-378BD556D18C}">
      <dgm:prSet custT="1"/>
      <dgm:spPr/>
      <dgm:t>
        <a:bodyPr/>
        <a:lstStyle/>
        <a:p>
          <a:endParaRPr lang="en-US" sz="1100" b="0" dirty="0">
            <a:solidFill>
              <a:srgbClr val="FF0000"/>
            </a:solidFill>
          </a:endParaRPr>
        </a:p>
      </dgm:t>
    </dgm:pt>
    <dgm:pt modelId="{B50B98B4-9865-4D70-9E2C-01B95F64ACD4}" type="parTrans" cxnId="{90374BDD-17BC-464C-AE70-7D60D7F617C7}">
      <dgm:prSet/>
      <dgm:spPr/>
      <dgm:t>
        <a:bodyPr/>
        <a:lstStyle/>
        <a:p>
          <a:endParaRPr lang="en-US"/>
        </a:p>
      </dgm:t>
    </dgm:pt>
    <dgm:pt modelId="{6F4A6D86-6E73-4547-8C2D-ED84A6E09365}" type="sibTrans" cxnId="{90374BDD-17BC-464C-AE70-7D60D7F617C7}">
      <dgm:prSet/>
      <dgm:spPr/>
      <dgm:t>
        <a:bodyPr/>
        <a:lstStyle/>
        <a:p>
          <a:endParaRPr lang="en-US"/>
        </a:p>
      </dgm:t>
    </dgm:pt>
    <dgm:pt modelId="{DE343591-F67A-4C55-8A6C-D2927F46D026}">
      <dgm:prSet custT="1"/>
      <dgm:spPr/>
      <dgm:t>
        <a:bodyPr/>
        <a:lstStyle/>
        <a:p>
          <a:r>
            <a:rPr lang="en-US" sz="1100" b="0" dirty="0">
              <a:solidFill>
                <a:srgbClr val="FF0000"/>
              </a:solidFill>
            </a:rPr>
            <a:t>**</a:t>
          </a:r>
          <a:r>
            <a:rPr lang="en-US" sz="1100" b="0" dirty="0">
              <a:solidFill>
                <a:schemeClr val="tx1"/>
              </a:solidFill>
            </a:rPr>
            <a:t>  ALPHAPET &amp;  EIPET PP pumps   MPS Gear Pump </a:t>
          </a:r>
          <a:r>
            <a:rPr lang="en-US" sz="1100" b="0" dirty="0" err="1">
              <a:solidFill>
                <a:schemeClr val="tx1"/>
              </a:solidFill>
            </a:rPr>
            <a:t>Thermorex</a:t>
          </a:r>
          <a:r>
            <a:rPr lang="en-US" sz="1100" b="0" dirty="0">
              <a:solidFill>
                <a:schemeClr val="tx1"/>
              </a:solidFill>
            </a:rPr>
            <a:t> RT 180 are same make same capacity but different KW motor 37/30 KW. </a:t>
          </a:r>
        </a:p>
      </dgm:t>
    </dgm:pt>
    <dgm:pt modelId="{8F70D91B-F3A8-4418-9E00-088BB22294A5}" type="parTrans" cxnId="{74ED4345-B62C-48FE-B5AE-F8ABEA7A524D}">
      <dgm:prSet/>
      <dgm:spPr/>
      <dgm:t>
        <a:bodyPr/>
        <a:lstStyle/>
        <a:p>
          <a:endParaRPr lang="en-US"/>
        </a:p>
      </dgm:t>
    </dgm:pt>
    <dgm:pt modelId="{5822CD6F-B55D-412A-8546-3314BD56FCE1}" type="sibTrans" cxnId="{74ED4345-B62C-48FE-B5AE-F8ABEA7A524D}">
      <dgm:prSet/>
      <dgm:spPr/>
      <dgm:t>
        <a:bodyPr/>
        <a:lstStyle/>
        <a:p>
          <a:endParaRPr lang="en-US"/>
        </a:p>
      </dgm:t>
    </dgm:pt>
    <dgm:pt modelId="{E26C3208-E380-4445-8C46-647BAB649630}">
      <dgm:prSet custT="1"/>
      <dgm:spPr/>
      <dgm:t>
        <a:bodyPr/>
        <a:lstStyle/>
        <a:p>
          <a:r>
            <a:rPr lang="en-US" sz="1100" b="0" dirty="0">
              <a:solidFill>
                <a:schemeClr val="tx1"/>
              </a:solidFill>
            </a:rPr>
            <a:t>Both have double mech seal but seal failure cost shown high in ALPHAPET  but not shown in EIPET? WHY not VISPAC seal?</a:t>
          </a:r>
        </a:p>
      </dgm:t>
    </dgm:pt>
    <dgm:pt modelId="{79C5DDDC-DD43-41F2-8EDC-123AAB26FD0E}" type="parTrans" cxnId="{D3709F9A-4C40-482D-A1EA-34BC4416E696}">
      <dgm:prSet/>
      <dgm:spPr/>
      <dgm:t>
        <a:bodyPr/>
        <a:lstStyle/>
        <a:p>
          <a:endParaRPr lang="en-US"/>
        </a:p>
      </dgm:t>
    </dgm:pt>
    <dgm:pt modelId="{EBC20FDF-3D1A-49D5-B341-7042910FAB03}" type="sibTrans" cxnId="{D3709F9A-4C40-482D-A1EA-34BC4416E696}">
      <dgm:prSet/>
      <dgm:spPr/>
      <dgm:t>
        <a:bodyPr/>
        <a:lstStyle/>
        <a:p>
          <a:endParaRPr lang="en-US"/>
        </a:p>
      </dgm:t>
    </dgm:pt>
    <dgm:pt modelId="{F198C1B1-1984-407B-93AD-9EF153694C36}">
      <dgm:prSet custT="1"/>
      <dgm:spPr/>
      <dgm:t>
        <a:bodyPr/>
        <a:lstStyle/>
        <a:p>
          <a:endParaRPr lang="en-US" sz="1100" b="0" dirty="0">
            <a:solidFill>
              <a:schemeClr val="tx1"/>
            </a:solidFill>
          </a:endParaRPr>
        </a:p>
      </dgm:t>
    </dgm:pt>
    <dgm:pt modelId="{4AC7DB52-2DA7-427E-80B6-F515203CD667}" type="parTrans" cxnId="{3B1418EF-872A-4611-AF29-337CF0B43895}">
      <dgm:prSet/>
      <dgm:spPr/>
      <dgm:t>
        <a:bodyPr/>
        <a:lstStyle/>
        <a:p>
          <a:endParaRPr lang="en-US"/>
        </a:p>
      </dgm:t>
    </dgm:pt>
    <dgm:pt modelId="{C05251F1-F07A-4A6A-B51B-25374FD16254}" type="sibTrans" cxnId="{3B1418EF-872A-4611-AF29-337CF0B43895}">
      <dgm:prSet/>
      <dgm:spPr/>
      <dgm:t>
        <a:bodyPr/>
        <a:lstStyle/>
        <a:p>
          <a:endParaRPr lang="en-US"/>
        </a:p>
      </dgm:t>
    </dgm:pt>
    <dgm:pt modelId="{151BEBCB-9E88-4542-9C9B-EC9F8E671844}">
      <dgm:prSet custT="1"/>
      <dgm:spPr/>
      <dgm:t>
        <a:bodyPr/>
        <a:lstStyle/>
        <a:p>
          <a:r>
            <a:rPr lang="en-US" sz="1100" b="0" dirty="0">
              <a:solidFill>
                <a:schemeClr val="tx1"/>
              </a:solidFill>
            </a:rPr>
            <a:t>** MICROPET PP pump has high seal failure cost . Double mech seal ?  Can change to VISPAC?</a:t>
          </a:r>
        </a:p>
      </dgm:t>
    </dgm:pt>
    <dgm:pt modelId="{C63CFC6D-C23B-44F1-95A6-C63A346F8EB7}" type="parTrans" cxnId="{6E5860D4-58DF-4492-8B36-74AFAFA28B2F}">
      <dgm:prSet/>
      <dgm:spPr/>
      <dgm:t>
        <a:bodyPr/>
        <a:lstStyle/>
        <a:p>
          <a:endParaRPr lang="en-US"/>
        </a:p>
      </dgm:t>
    </dgm:pt>
    <dgm:pt modelId="{37824ED5-7A20-4583-BE9C-37EC83BEE3E7}" type="sibTrans" cxnId="{6E5860D4-58DF-4492-8B36-74AFAFA28B2F}">
      <dgm:prSet/>
      <dgm:spPr/>
      <dgm:t>
        <a:bodyPr/>
        <a:lstStyle/>
        <a:p>
          <a:endParaRPr lang="en-US"/>
        </a:p>
      </dgm:t>
    </dgm:pt>
    <dgm:pt modelId="{776A345D-66A5-4B05-99B1-A1780C95EF11}" type="pres">
      <dgm:prSet presAssocID="{E0242098-D95C-4ABA-8116-5CA55E045A08}" presName="linear" presStyleCnt="0">
        <dgm:presLayoutVars>
          <dgm:dir/>
          <dgm:animLvl val="lvl"/>
          <dgm:resizeHandles val="exact"/>
        </dgm:presLayoutVars>
      </dgm:prSet>
      <dgm:spPr/>
    </dgm:pt>
    <dgm:pt modelId="{BB9A4E76-14EC-4D87-A408-335F1ED2EC47}" type="pres">
      <dgm:prSet presAssocID="{3853AF7F-A113-4B54-A0DB-471796ED9788}" presName="parentLin" presStyleCnt="0"/>
      <dgm:spPr/>
    </dgm:pt>
    <dgm:pt modelId="{F7DD6A62-B029-4268-AB43-3D6CBA8EFEBC}" type="pres">
      <dgm:prSet presAssocID="{3853AF7F-A113-4B54-A0DB-471796ED9788}" presName="parentLeftMargin" presStyleLbl="node1" presStyleIdx="0" presStyleCnt="3"/>
      <dgm:spPr/>
    </dgm:pt>
    <dgm:pt modelId="{B1D859D1-101C-4FC2-84DC-4FD3FB37508D}" type="pres">
      <dgm:prSet presAssocID="{3853AF7F-A113-4B54-A0DB-471796ED978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47BAB7E-21BF-4E5F-9904-19008CA42D31}" type="pres">
      <dgm:prSet presAssocID="{3853AF7F-A113-4B54-A0DB-471796ED9788}" presName="negativeSpace" presStyleCnt="0"/>
      <dgm:spPr/>
    </dgm:pt>
    <dgm:pt modelId="{FD92EDF1-C0BD-4D59-AEF0-2A8C5304B45C}" type="pres">
      <dgm:prSet presAssocID="{3853AF7F-A113-4B54-A0DB-471796ED9788}" presName="childText" presStyleLbl="conFgAcc1" presStyleIdx="0" presStyleCnt="3">
        <dgm:presLayoutVars>
          <dgm:bulletEnabled val="1"/>
        </dgm:presLayoutVars>
      </dgm:prSet>
      <dgm:spPr/>
    </dgm:pt>
    <dgm:pt modelId="{20DBBFE8-5111-479C-8B7A-3FCB6536DDF3}" type="pres">
      <dgm:prSet presAssocID="{C8DE2808-D41D-4F1A-8FA7-9F3EE7674C15}" presName="spaceBetweenRectangles" presStyleCnt="0"/>
      <dgm:spPr/>
    </dgm:pt>
    <dgm:pt modelId="{3AF19891-916F-4788-8C98-CD467880D788}" type="pres">
      <dgm:prSet presAssocID="{397159FA-0462-4628-BAF1-1C22456021FB}" presName="parentLin" presStyleCnt="0"/>
      <dgm:spPr/>
    </dgm:pt>
    <dgm:pt modelId="{6FDAA64C-764A-4EDE-B7C5-F87B96850967}" type="pres">
      <dgm:prSet presAssocID="{397159FA-0462-4628-BAF1-1C22456021FB}" presName="parentLeftMargin" presStyleLbl="node1" presStyleIdx="0" presStyleCnt="3"/>
      <dgm:spPr/>
    </dgm:pt>
    <dgm:pt modelId="{8BB30B3F-C99A-4875-8B80-5F081B1A16E3}" type="pres">
      <dgm:prSet presAssocID="{397159FA-0462-4628-BAF1-1C22456021F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5AA88F8-1ACB-48DF-BF8C-67602FA00737}" type="pres">
      <dgm:prSet presAssocID="{397159FA-0462-4628-BAF1-1C22456021FB}" presName="negativeSpace" presStyleCnt="0"/>
      <dgm:spPr/>
    </dgm:pt>
    <dgm:pt modelId="{B6895BD5-9536-4A01-837E-187E0A37EE4C}" type="pres">
      <dgm:prSet presAssocID="{397159FA-0462-4628-BAF1-1C22456021FB}" presName="childText" presStyleLbl="conFgAcc1" presStyleIdx="1" presStyleCnt="3">
        <dgm:presLayoutVars>
          <dgm:bulletEnabled val="1"/>
        </dgm:presLayoutVars>
      </dgm:prSet>
      <dgm:spPr/>
    </dgm:pt>
    <dgm:pt modelId="{299BE434-97E8-4294-BE36-0E0555F7E9F8}" type="pres">
      <dgm:prSet presAssocID="{48FA8A5F-0F16-4395-A50E-815CBF297AEC}" presName="spaceBetweenRectangles" presStyleCnt="0"/>
      <dgm:spPr/>
    </dgm:pt>
    <dgm:pt modelId="{1E803023-528C-456E-91C3-5C005B4D1642}" type="pres">
      <dgm:prSet presAssocID="{E80D7FC8-9288-41E7-90EE-A26FAA9DF593}" presName="parentLin" presStyleCnt="0"/>
      <dgm:spPr/>
    </dgm:pt>
    <dgm:pt modelId="{BB16428B-B209-4728-85A5-9644B5F0F690}" type="pres">
      <dgm:prSet presAssocID="{E80D7FC8-9288-41E7-90EE-A26FAA9DF593}" presName="parentLeftMargin" presStyleLbl="node1" presStyleIdx="1" presStyleCnt="3"/>
      <dgm:spPr/>
    </dgm:pt>
    <dgm:pt modelId="{48FF5B0B-A69B-4E95-8535-A3B32BA90B38}" type="pres">
      <dgm:prSet presAssocID="{E80D7FC8-9288-41E7-90EE-A26FAA9DF59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4C36387-F26E-4AB4-AC9E-45D7AB56C334}" type="pres">
      <dgm:prSet presAssocID="{E80D7FC8-9288-41E7-90EE-A26FAA9DF593}" presName="negativeSpace" presStyleCnt="0"/>
      <dgm:spPr/>
    </dgm:pt>
    <dgm:pt modelId="{AA1B7785-F369-45A1-85F6-B0F3F896AEE0}" type="pres">
      <dgm:prSet presAssocID="{E80D7FC8-9288-41E7-90EE-A26FAA9DF59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721CC11-B438-46E7-B5B1-40FD0EB970E9}" type="presOf" srcId="{E0242098-D95C-4ABA-8116-5CA55E045A08}" destId="{776A345D-66A5-4B05-99B1-A1780C95EF11}" srcOrd="0" destOrd="0" presId="urn:microsoft.com/office/officeart/2005/8/layout/list1"/>
    <dgm:cxn modelId="{8D045C15-413D-4D2C-84EF-84C7F7AF1A2A}" srcId="{E80D7FC8-9288-41E7-90EE-A26FAA9DF593}" destId="{1A91AABC-E461-4A2D-BD76-0526CD9E665E}" srcOrd="0" destOrd="0" parTransId="{BEE24D72-8E7D-4C3D-8610-2CC3C79940AC}" sibTransId="{59AF47AF-A78C-4885-BC42-F21C0C6FDDE2}"/>
    <dgm:cxn modelId="{B4499117-797E-4856-BE7A-407D35EC2366}" srcId="{397159FA-0462-4628-BAF1-1C22456021FB}" destId="{B467A1BD-DA80-4294-9227-242C683AF641}" srcOrd="1" destOrd="0" parTransId="{F44EFEB7-569B-4F23-99AD-8D429C50730C}" sibTransId="{69F0E712-6CA5-44CE-A3FD-35B1E1AF65D9}"/>
    <dgm:cxn modelId="{8E869B24-AD8C-4F88-9E0B-131182228F28}" type="presOf" srcId="{BEE3C334-9C5F-4FFD-9D23-273102F3634A}" destId="{FD92EDF1-C0BD-4D59-AEF0-2A8C5304B45C}" srcOrd="0" destOrd="1" presId="urn:microsoft.com/office/officeart/2005/8/layout/list1"/>
    <dgm:cxn modelId="{0ADF172D-6AC4-43A2-9239-2A7B130CAEE8}" type="presOf" srcId="{E80D7FC8-9288-41E7-90EE-A26FAA9DF593}" destId="{BB16428B-B209-4728-85A5-9644B5F0F690}" srcOrd="0" destOrd="0" presId="urn:microsoft.com/office/officeart/2005/8/layout/list1"/>
    <dgm:cxn modelId="{0F29BB3A-0773-40EA-A805-996ADA0ACD73}" type="presOf" srcId="{F198C1B1-1984-407B-93AD-9EF153694C36}" destId="{AA1B7785-F369-45A1-85F6-B0F3F896AEE0}" srcOrd="0" destOrd="4" presId="urn:microsoft.com/office/officeart/2005/8/layout/list1"/>
    <dgm:cxn modelId="{C44E023F-7EA7-4ECF-9A0E-0186ABC145B0}" srcId="{397159FA-0462-4628-BAF1-1C22456021FB}" destId="{7106A0DD-4450-41B9-9EEB-D4FC362AFFB1}" srcOrd="3" destOrd="0" parTransId="{CE81BBEF-CF67-461B-A3B0-3922F4292D5F}" sibTransId="{FC2E2573-AF1C-4250-B15D-4848B4609FB5}"/>
    <dgm:cxn modelId="{4CC56B5E-B683-46AB-AF1F-A7215AAA8874}" type="presOf" srcId="{BD43965B-6867-4900-BE7C-378BD556D18C}" destId="{AA1B7785-F369-45A1-85F6-B0F3F896AEE0}" srcOrd="0" destOrd="1" presId="urn:microsoft.com/office/officeart/2005/8/layout/list1"/>
    <dgm:cxn modelId="{3F449361-5FE7-4562-A926-52A52E4D35BA}" type="presOf" srcId="{F02071F4-9B69-4B33-BA48-BF9BB95B2212}" destId="{FD92EDF1-C0BD-4D59-AEF0-2A8C5304B45C}" srcOrd="0" destOrd="0" presId="urn:microsoft.com/office/officeart/2005/8/layout/list1"/>
    <dgm:cxn modelId="{74ED4345-B62C-48FE-B5AE-F8ABEA7A524D}" srcId="{E80D7FC8-9288-41E7-90EE-A26FAA9DF593}" destId="{DE343591-F67A-4C55-8A6C-D2927F46D026}" srcOrd="2" destOrd="0" parTransId="{8F70D91B-F3A8-4418-9E00-088BB22294A5}" sibTransId="{5822CD6F-B55D-412A-8546-3314BD56FCE1}"/>
    <dgm:cxn modelId="{6CEB3646-51DD-4747-B01C-BD0BDCF07C2B}" srcId="{3853AF7F-A113-4B54-A0DB-471796ED9788}" destId="{BEE3C334-9C5F-4FFD-9D23-273102F3634A}" srcOrd="1" destOrd="0" parTransId="{DEF25E9D-F810-41DC-A202-BD70C0B53802}" sibTransId="{BBC11190-8C6C-43C0-931A-50A44B4E4328}"/>
    <dgm:cxn modelId="{00095F67-AA7F-4034-941E-5F6E2FCE04DD}" type="presOf" srcId="{397159FA-0462-4628-BAF1-1C22456021FB}" destId="{8BB30B3F-C99A-4875-8B80-5F081B1A16E3}" srcOrd="1" destOrd="0" presId="urn:microsoft.com/office/officeart/2005/8/layout/list1"/>
    <dgm:cxn modelId="{E743CF67-59B8-4A08-B1BB-2B4F526995BD}" type="presOf" srcId="{E26C3208-E380-4445-8C46-647BAB649630}" destId="{AA1B7785-F369-45A1-85F6-B0F3F896AEE0}" srcOrd="0" destOrd="3" presId="urn:microsoft.com/office/officeart/2005/8/layout/list1"/>
    <dgm:cxn modelId="{672EB64A-5B20-4D16-B527-AABFD4EA372D}" type="presOf" srcId="{214861AE-FD8F-4EF7-899D-E804B23ECAA4}" destId="{B6895BD5-9536-4A01-837E-187E0A37EE4C}" srcOrd="0" destOrd="0" presId="urn:microsoft.com/office/officeart/2005/8/layout/list1"/>
    <dgm:cxn modelId="{2F7FB76E-9951-4D06-8B9C-B9C5058585CC}" type="presOf" srcId="{E80D7FC8-9288-41E7-90EE-A26FAA9DF593}" destId="{48FF5B0B-A69B-4E95-8535-A3B32BA90B38}" srcOrd="1" destOrd="0" presId="urn:microsoft.com/office/officeart/2005/8/layout/list1"/>
    <dgm:cxn modelId="{4843FE50-1D84-4F5D-BF0E-8E6CEF0F8DF1}" type="presOf" srcId="{DE343591-F67A-4C55-8A6C-D2927F46D026}" destId="{AA1B7785-F369-45A1-85F6-B0F3F896AEE0}" srcOrd="0" destOrd="2" presId="urn:microsoft.com/office/officeart/2005/8/layout/list1"/>
    <dgm:cxn modelId="{ADC95174-84FA-4E1A-A205-CBD196814457}" type="presOf" srcId="{3853AF7F-A113-4B54-A0DB-471796ED9788}" destId="{B1D859D1-101C-4FC2-84DC-4FD3FB37508D}" srcOrd="1" destOrd="0" presId="urn:microsoft.com/office/officeart/2005/8/layout/list1"/>
    <dgm:cxn modelId="{DD0DC958-33C1-4BE1-BC88-28AA52489B72}" srcId="{3853AF7F-A113-4B54-A0DB-471796ED9788}" destId="{C8FB886A-083A-4806-8FFE-088D9E8BE350}" srcOrd="3" destOrd="0" parTransId="{EC188CB4-EDFD-422E-B221-1EB5641C3AB0}" sibTransId="{DBC4EFE9-6D35-4223-980A-77EDC6420393}"/>
    <dgm:cxn modelId="{0B96717B-0993-41EB-9EA1-219A9CF9E62C}" type="presOf" srcId="{3B36D5A9-0126-4F73-8359-ED8DA5D33BD5}" destId="{FD92EDF1-C0BD-4D59-AEF0-2A8C5304B45C}" srcOrd="0" destOrd="5" presId="urn:microsoft.com/office/officeart/2005/8/layout/list1"/>
    <dgm:cxn modelId="{21048F7B-E45F-4161-99E4-60076DC2301F}" srcId="{3853AF7F-A113-4B54-A0DB-471796ED9788}" destId="{742C0B38-01EF-49FB-BA7C-1AEAEB6EFB6B}" srcOrd="2" destOrd="0" parTransId="{4F572A12-CC5F-4111-B36B-BAE21D92C732}" sibTransId="{A50E3252-A6DE-4416-AA40-F1F5CCBF3C6E}"/>
    <dgm:cxn modelId="{138C8484-7E9A-4B41-9E03-8BAB6BA08A7D}" srcId="{397159FA-0462-4628-BAF1-1C22456021FB}" destId="{214861AE-FD8F-4EF7-899D-E804B23ECAA4}" srcOrd="0" destOrd="0" parTransId="{E0C095FB-4419-4F67-BA4C-9B801F86351C}" sibTransId="{DC615BBE-55BD-4B67-A364-738938CBD371}"/>
    <dgm:cxn modelId="{604EB68F-5775-4EFD-806C-9003B6316975}" type="presOf" srcId="{7106A0DD-4450-41B9-9EEB-D4FC362AFFB1}" destId="{B6895BD5-9536-4A01-837E-187E0A37EE4C}" srcOrd="0" destOrd="3" presId="urn:microsoft.com/office/officeart/2005/8/layout/list1"/>
    <dgm:cxn modelId="{2548CD96-74E1-4F79-925B-36DA790012DE}" srcId="{3853AF7F-A113-4B54-A0DB-471796ED9788}" destId="{F02071F4-9B69-4B33-BA48-BF9BB95B2212}" srcOrd="0" destOrd="0" parTransId="{BDF647C9-AB5C-416E-8BBE-5A259F30AF97}" sibTransId="{12D194AA-D437-4197-A2B4-2F43BAD0F70F}"/>
    <dgm:cxn modelId="{D3709F9A-4C40-482D-A1EA-34BC4416E696}" srcId="{E80D7FC8-9288-41E7-90EE-A26FAA9DF593}" destId="{E26C3208-E380-4445-8C46-647BAB649630}" srcOrd="3" destOrd="0" parTransId="{79C5DDDC-DD43-41F2-8EDC-123AAB26FD0E}" sibTransId="{EBC20FDF-3D1A-49D5-B341-7042910FAB03}"/>
    <dgm:cxn modelId="{7C39989C-AAA7-4DE9-90E2-15BBDA1A0834}" srcId="{E0242098-D95C-4ABA-8116-5CA55E045A08}" destId="{3853AF7F-A113-4B54-A0DB-471796ED9788}" srcOrd="0" destOrd="0" parTransId="{A17F871A-3ED8-4BE0-BDB3-8F4A8609B9AC}" sibTransId="{C8DE2808-D41D-4F1A-8FA7-9F3EE7674C15}"/>
    <dgm:cxn modelId="{638BCF9C-0C90-454B-B6A3-F0A7EE044B39}" type="presOf" srcId="{1A91AABC-E461-4A2D-BD76-0526CD9E665E}" destId="{AA1B7785-F369-45A1-85F6-B0F3F896AEE0}" srcOrd="0" destOrd="0" presId="urn:microsoft.com/office/officeart/2005/8/layout/list1"/>
    <dgm:cxn modelId="{FAEFE6A2-C364-489A-AC00-F6712E68425A}" type="presOf" srcId="{151BEBCB-9E88-4542-9C9B-EC9F8E671844}" destId="{AA1B7785-F369-45A1-85F6-B0F3F896AEE0}" srcOrd="0" destOrd="5" presId="urn:microsoft.com/office/officeart/2005/8/layout/list1"/>
    <dgm:cxn modelId="{8041AEA8-A33F-4B74-9D37-209614216298}" type="presOf" srcId="{C8FB886A-083A-4806-8FFE-088D9E8BE350}" destId="{FD92EDF1-C0BD-4D59-AEF0-2A8C5304B45C}" srcOrd="0" destOrd="3" presId="urn:microsoft.com/office/officeart/2005/8/layout/list1"/>
    <dgm:cxn modelId="{F57E60A9-658C-44A1-9AE0-38734398E875}" type="presOf" srcId="{EB203C66-36D0-4C5E-AE5A-546DA605CA03}" destId="{FD92EDF1-C0BD-4D59-AEF0-2A8C5304B45C}" srcOrd="0" destOrd="4" presId="urn:microsoft.com/office/officeart/2005/8/layout/list1"/>
    <dgm:cxn modelId="{E78037AC-EC28-4C27-BDDE-670382D537A0}" type="presOf" srcId="{397159FA-0462-4628-BAF1-1C22456021FB}" destId="{6FDAA64C-764A-4EDE-B7C5-F87B96850967}" srcOrd="0" destOrd="0" presId="urn:microsoft.com/office/officeart/2005/8/layout/list1"/>
    <dgm:cxn modelId="{F8573FB3-3E2E-4BA2-9BD2-0AFB51499122}" type="presOf" srcId="{C96BB0B2-55DC-4181-BD7A-6F4B15A9F0E6}" destId="{B6895BD5-9536-4A01-837E-187E0A37EE4C}" srcOrd="0" destOrd="2" presId="urn:microsoft.com/office/officeart/2005/8/layout/list1"/>
    <dgm:cxn modelId="{0238DDB3-C6B5-4B27-8BF3-4ABF89263056}" type="presOf" srcId="{B467A1BD-DA80-4294-9227-242C683AF641}" destId="{B6895BD5-9536-4A01-837E-187E0A37EE4C}" srcOrd="0" destOrd="1" presId="urn:microsoft.com/office/officeart/2005/8/layout/list1"/>
    <dgm:cxn modelId="{A83442B6-CCEB-4678-9857-80C2F659A780}" srcId="{3853AF7F-A113-4B54-A0DB-471796ED9788}" destId="{EB203C66-36D0-4C5E-AE5A-546DA605CA03}" srcOrd="4" destOrd="0" parTransId="{F88A270A-D1E0-499B-BF3F-5ADC762D3789}" sibTransId="{56560E80-FFC4-4C67-A661-114E8A653062}"/>
    <dgm:cxn modelId="{61C68BBD-48FB-4D49-9F17-F55D2C6A4A0D}" srcId="{3853AF7F-A113-4B54-A0DB-471796ED9788}" destId="{3B36D5A9-0126-4F73-8359-ED8DA5D33BD5}" srcOrd="5" destOrd="0" parTransId="{B858CBAA-BB75-4964-85A8-2D01F053C3B1}" sibTransId="{D846709A-6ED9-4C2F-BC6E-4D8D8AA177A6}"/>
    <dgm:cxn modelId="{D76239C6-4D97-4598-A308-CBD621174934}" srcId="{3853AF7F-A113-4B54-A0DB-471796ED9788}" destId="{BE0E46C1-336C-4D84-A3B9-AB3AAA5F6847}" srcOrd="6" destOrd="0" parTransId="{8615C687-1F96-43F0-B2F3-3820664B4E55}" sibTransId="{B1FAE950-353D-4712-B5D0-A7AC365A2976}"/>
    <dgm:cxn modelId="{6471D2CA-ADD7-43D8-9D22-1B0C9AE8E77D}" type="presOf" srcId="{BE0E46C1-336C-4D84-A3B9-AB3AAA5F6847}" destId="{FD92EDF1-C0BD-4D59-AEF0-2A8C5304B45C}" srcOrd="0" destOrd="6" presId="urn:microsoft.com/office/officeart/2005/8/layout/list1"/>
    <dgm:cxn modelId="{82D82FD1-8C37-472A-9D48-B07D463A8174}" srcId="{E0242098-D95C-4ABA-8116-5CA55E045A08}" destId="{E80D7FC8-9288-41E7-90EE-A26FAA9DF593}" srcOrd="2" destOrd="0" parTransId="{F17136C6-E166-4FCE-91CA-1E031EC87490}" sibTransId="{957B2AF3-0CFC-44C6-8398-BA0B3142F31B}"/>
    <dgm:cxn modelId="{6E5860D4-58DF-4492-8B36-74AFAFA28B2F}" srcId="{E80D7FC8-9288-41E7-90EE-A26FAA9DF593}" destId="{151BEBCB-9E88-4542-9C9B-EC9F8E671844}" srcOrd="5" destOrd="0" parTransId="{C63CFC6D-C23B-44F1-95A6-C63A346F8EB7}" sibTransId="{37824ED5-7A20-4583-BE9C-37EC83BEE3E7}"/>
    <dgm:cxn modelId="{6D9A02DD-6A3E-436C-84FF-20AEA37565E4}" srcId="{397159FA-0462-4628-BAF1-1C22456021FB}" destId="{C96BB0B2-55DC-4181-BD7A-6F4B15A9F0E6}" srcOrd="2" destOrd="0" parTransId="{1C21D89E-D1C7-43B1-945D-F89372FA95BF}" sibTransId="{FE316996-7F4F-4A35-A4AB-794291459973}"/>
    <dgm:cxn modelId="{90374BDD-17BC-464C-AE70-7D60D7F617C7}" srcId="{E80D7FC8-9288-41E7-90EE-A26FAA9DF593}" destId="{BD43965B-6867-4900-BE7C-378BD556D18C}" srcOrd="1" destOrd="0" parTransId="{B50B98B4-9865-4D70-9E2C-01B95F64ACD4}" sibTransId="{6F4A6D86-6E73-4547-8C2D-ED84A6E09365}"/>
    <dgm:cxn modelId="{14446FEA-3346-46C4-AE8A-5E59B365F3CB}" type="presOf" srcId="{742C0B38-01EF-49FB-BA7C-1AEAEB6EFB6B}" destId="{FD92EDF1-C0BD-4D59-AEF0-2A8C5304B45C}" srcOrd="0" destOrd="2" presId="urn:microsoft.com/office/officeart/2005/8/layout/list1"/>
    <dgm:cxn modelId="{3B1418EF-872A-4611-AF29-337CF0B43895}" srcId="{E80D7FC8-9288-41E7-90EE-A26FAA9DF593}" destId="{F198C1B1-1984-407B-93AD-9EF153694C36}" srcOrd="4" destOrd="0" parTransId="{4AC7DB52-2DA7-427E-80B6-F515203CD667}" sibTransId="{C05251F1-F07A-4A6A-B51B-25374FD16254}"/>
    <dgm:cxn modelId="{2B35C6F1-8A2B-4CCC-9909-05C8CB0117E8}" type="presOf" srcId="{3853AF7F-A113-4B54-A0DB-471796ED9788}" destId="{F7DD6A62-B029-4268-AB43-3D6CBA8EFEBC}" srcOrd="0" destOrd="0" presId="urn:microsoft.com/office/officeart/2005/8/layout/list1"/>
    <dgm:cxn modelId="{91AC73FE-380D-453C-A159-1140D99F70A8}" srcId="{E0242098-D95C-4ABA-8116-5CA55E045A08}" destId="{397159FA-0462-4628-BAF1-1C22456021FB}" srcOrd="1" destOrd="0" parTransId="{9105833E-E185-4F64-9E6E-3C438D4DA5DD}" sibTransId="{48FA8A5F-0F16-4395-A50E-815CBF297AEC}"/>
    <dgm:cxn modelId="{ED4ADFAC-2176-4A35-9E46-7B62FD775DC9}" type="presParOf" srcId="{776A345D-66A5-4B05-99B1-A1780C95EF11}" destId="{BB9A4E76-14EC-4D87-A408-335F1ED2EC47}" srcOrd="0" destOrd="0" presId="urn:microsoft.com/office/officeart/2005/8/layout/list1"/>
    <dgm:cxn modelId="{EB444B0E-5CB2-4107-89BD-A83D871A66A5}" type="presParOf" srcId="{BB9A4E76-14EC-4D87-A408-335F1ED2EC47}" destId="{F7DD6A62-B029-4268-AB43-3D6CBA8EFEBC}" srcOrd="0" destOrd="0" presId="urn:microsoft.com/office/officeart/2005/8/layout/list1"/>
    <dgm:cxn modelId="{58B4FCFC-FD73-4C54-A70E-A6AFADD5B15A}" type="presParOf" srcId="{BB9A4E76-14EC-4D87-A408-335F1ED2EC47}" destId="{B1D859D1-101C-4FC2-84DC-4FD3FB37508D}" srcOrd="1" destOrd="0" presId="urn:microsoft.com/office/officeart/2005/8/layout/list1"/>
    <dgm:cxn modelId="{3B5E8AC3-007B-4B1F-B1C0-7A224E00BF91}" type="presParOf" srcId="{776A345D-66A5-4B05-99B1-A1780C95EF11}" destId="{647BAB7E-21BF-4E5F-9904-19008CA42D31}" srcOrd="1" destOrd="0" presId="urn:microsoft.com/office/officeart/2005/8/layout/list1"/>
    <dgm:cxn modelId="{92D1770F-1378-4073-83E5-B225490D265A}" type="presParOf" srcId="{776A345D-66A5-4B05-99B1-A1780C95EF11}" destId="{FD92EDF1-C0BD-4D59-AEF0-2A8C5304B45C}" srcOrd="2" destOrd="0" presId="urn:microsoft.com/office/officeart/2005/8/layout/list1"/>
    <dgm:cxn modelId="{B8DBD8B4-CDCA-4B13-BAB3-2E0E4D09EA34}" type="presParOf" srcId="{776A345D-66A5-4B05-99B1-A1780C95EF11}" destId="{20DBBFE8-5111-479C-8B7A-3FCB6536DDF3}" srcOrd="3" destOrd="0" presId="urn:microsoft.com/office/officeart/2005/8/layout/list1"/>
    <dgm:cxn modelId="{D10BC7D4-8B74-4BD1-9426-9982D0932E6F}" type="presParOf" srcId="{776A345D-66A5-4B05-99B1-A1780C95EF11}" destId="{3AF19891-916F-4788-8C98-CD467880D788}" srcOrd="4" destOrd="0" presId="urn:microsoft.com/office/officeart/2005/8/layout/list1"/>
    <dgm:cxn modelId="{2A87F4DE-DF41-4C2C-B9C4-11697C173CD9}" type="presParOf" srcId="{3AF19891-916F-4788-8C98-CD467880D788}" destId="{6FDAA64C-764A-4EDE-B7C5-F87B96850967}" srcOrd="0" destOrd="0" presId="urn:microsoft.com/office/officeart/2005/8/layout/list1"/>
    <dgm:cxn modelId="{60F87D6F-5C26-4E62-9F06-D5921CDDDD84}" type="presParOf" srcId="{3AF19891-916F-4788-8C98-CD467880D788}" destId="{8BB30B3F-C99A-4875-8B80-5F081B1A16E3}" srcOrd="1" destOrd="0" presId="urn:microsoft.com/office/officeart/2005/8/layout/list1"/>
    <dgm:cxn modelId="{018001BD-5B93-40FB-B6F4-B224DA43A7F7}" type="presParOf" srcId="{776A345D-66A5-4B05-99B1-A1780C95EF11}" destId="{25AA88F8-1ACB-48DF-BF8C-67602FA00737}" srcOrd="5" destOrd="0" presId="urn:microsoft.com/office/officeart/2005/8/layout/list1"/>
    <dgm:cxn modelId="{54C23D0B-7C1D-4F15-9FDF-4423567E563E}" type="presParOf" srcId="{776A345D-66A5-4B05-99B1-A1780C95EF11}" destId="{B6895BD5-9536-4A01-837E-187E0A37EE4C}" srcOrd="6" destOrd="0" presId="urn:microsoft.com/office/officeart/2005/8/layout/list1"/>
    <dgm:cxn modelId="{C8831A20-F91F-42C1-BE3E-094301417301}" type="presParOf" srcId="{776A345D-66A5-4B05-99B1-A1780C95EF11}" destId="{299BE434-97E8-4294-BE36-0E0555F7E9F8}" srcOrd="7" destOrd="0" presId="urn:microsoft.com/office/officeart/2005/8/layout/list1"/>
    <dgm:cxn modelId="{B9901B32-C1CD-4572-92AD-9393EBACA0F5}" type="presParOf" srcId="{776A345D-66A5-4B05-99B1-A1780C95EF11}" destId="{1E803023-528C-456E-91C3-5C005B4D1642}" srcOrd="8" destOrd="0" presId="urn:microsoft.com/office/officeart/2005/8/layout/list1"/>
    <dgm:cxn modelId="{C1697687-D2DE-42AB-89AF-639E1AA18922}" type="presParOf" srcId="{1E803023-528C-456E-91C3-5C005B4D1642}" destId="{BB16428B-B209-4728-85A5-9644B5F0F690}" srcOrd="0" destOrd="0" presId="urn:microsoft.com/office/officeart/2005/8/layout/list1"/>
    <dgm:cxn modelId="{D0F29036-9748-4D8A-A516-964FDFA78E14}" type="presParOf" srcId="{1E803023-528C-456E-91C3-5C005B4D1642}" destId="{48FF5B0B-A69B-4E95-8535-A3B32BA90B38}" srcOrd="1" destOrd="0" presId="urn:microsoft.com/office/officeart/2005/8/layout/list1"/>
    <dgm:cxn modelId="{590BDB2D-61B3-4602-ADED-09BAD3C99286}" type="presParOf" srcId="{776A345D-66A5-4B05-99B1-A1780C95EF11}" destId="{A4C36387-F26E-4AB4-AC9E-45D7AB56C334}" srcOrd="9" destOrd="0" presId="urn:microsoft.com/office/officeart/2005/8/layout/list1"/>
    <dgm:cxn modelId="{36677CE5-A5D8-403F-B548-26BE3A5EE3B7}" type="presParOf" srcId="{776A345D-66A5-4B05-99B1-A1780C95EF11}" destId="{AA1B7785-F369-45A1-85F6-B0F3F896AEE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66460C-64FF-4FE6-924D-C6C442017E36}" type="doc">
      <dgm:prSet loTypeId="urn:microsoft.com/office/officeart/2011/layout/Tab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514FB296-7F08-4EE0-8DBC-F8C6170C1A73}">
      <dgm:prSet phldrT="[Text]" custT="1"/>
      <dgm:spPr/>
      <dgm:t>
        <a:bodyPr/>
        <a:lstStyle/>
        <a:p>
          <a:r>
            <a:rPr lang="en-US" sz="1600" b="1" u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</a:t>
          </a:r>
        </a:p>
      </dgm:t>
    </dgm:pt>
    <dgm:pt modelId="{3D828A10-BEAA-4DF4-993E-C1DB69CC4CE9}" type="parTrans" cxnId="{4EBDC555-3623-471C-AB27-E14507AFC200}">
      <dgm:prSet/>
      <dgm:spPr/>
      <dgm:t>
        <a:bodyPr/>
        <a:lstStyle/>
        <a:p>
          <a:endParaRPr lang="en-US" sz="1200"/>
        </a:p>
      </dgm:t>
    </dgm:pt>
    <dgm:pt modelId="{781BB0EC-EEBE-4637-911D-C06E22A78FFD}" type="sibTrans" cxnId="{4EBDC555-3623-471C-AB27-E14507AFC200}">
      <dgm:prSet/>
      <dgm:spPr/>
      <dgm:t>
        <a:bodyPr/>
        <a:lstStyle/>
        <a:p>
          <a:endParaRPr lang="en-US" sz="1200"/>
        </a:p>
      </dgm:t>
    </dgm:pt>
    <dgm:pt modelId="{1933A11B-1189-4D8E-A562-F233E0B17A62}">
      <dgm:prSet phldrT="[Text]" custT="1"/>
      <dgm:spPr/>
      <dgm:t>
        <a:bodyPr/>
        <a:lstStyle/>
        <a:p>
          <a:endParaRPr lang="en-US" sz="1600" b="1" dirty="0"/>
        </a:p>
      </dgm:t>
    </dgm:pt>
    <dgm:pt modelId="{B997FAEA-C763-426B-89D6-9C2FE02BC546}" type="parTrans" cxnId="{520CDC5E-CC0D-40FF-B040-FE20EA45AFEF}">
      <dgm:prSet/>
      <dgm:spPr/>
      <dgm:t>
        <a:bodyPr/>
        <a:lstStyle/>
        <a:p>
          <a:endParaRPr lang="en-US" sz="1200"/>
        </a:p>
      </dgm:t>
    </dgm:pt>
    <dgm:pt modelId="{C4FE3E77-D05D-4036-A3B7-58CD5F25883C}" type="sibTrans" cxnId="{520CDC5E-CC0D-40FF-B040-FE20EA45AFEF}">
      <dgm:prSet/>
      <dgm:spPr/>
      <dgm:t>
        <a:bodyPr/>
        <a:lstStyle/>
        <a:p>
          <a:endParaRPr lang="en-US" sz="1200"/>
        </a:p>
      </dgm:t>
    </dgm:pt>
    <dgm:pt modelId="{E3413F3B-56D6-43BD-9D41-3319B6C7DEAA}">
      <dgm:prSet phldrT="[Text]" custT="1"/>
      <dgm:spPr/>
      <dgm:t>
        <a:bodyPr/>
        <a:lstStyle/>
        <a:p>
          <a:r>
            <a:rPr lang="en-US" sz="1600" b="1" dirty="0">
              <a:solidFill>
                <a:srgbClr val="002060"/>
              </a:solidFill>
            </a:rPr>
            <a:t>APT CP-2 &amp; SPT CP1 have same capacity pumps VACOREX 180/180 &amp; VACOREX 180-M. </a:t>
          </a:r>
        </a:p>
        <a:p>
          <a:r>
            <a:rPr lang="en-US" sz="1600" b="1" dirty="0">
              <a:solidFill>
                <a:srgbClr val="002060"/>
              </a:solidFill>
            </a:rPr>
            <a:t>Motor KW is different at APT CP_2 110 Kw &amp; SPT CP1 is 75 KW.</a:t>
          </a:r>
        </a:p>
        <a:p>
          <a:r>
            <a:rPr lang="en-US" sz="1600" b="1" dirty="0">
              <a:solidFill>
                <a:srgbClr val="002060"/>
              </a:solidFill>
            </a:rPr>
            <a:t>To check GB details as APT has FALK &amp; SPT has DAVID brown. </a:t>
          </a:r>
        </a:p>
      </dgm:t>
    </dgm:pt>
    <dgm:pt modelId="{47F37241-F508-46B1-9C06-B837E5E7DDFE}" type="parTrans" cxnId="{630996C6-5EC3-4EC3-8CD7-AD90C63B9E1D}">
      <dgm:prSet/>
      <dgm:spPr/>
      <dgm:t>
        <a:bodyPr/>
        <a:lstStyle/>
        <a:p>
          <a:endParaRPr lang="en-US" sz="1200"/>
        </a:p>
      </dgm:t>
    </dgm:pt>
    <dgm:pt modelId="{68B09951-B5B7-45F1-AF6B-D74FC04691E6}" type="sibTrans" cxnId="{630996C6-5EC3-4EC3-8CD7-AD90C63B9E1D}">
      <dgm:prSet/>
      <dgm:spPr/>
      <dgm:t>
        <a:bodyPr/>
        <a:lstStyle/>
        <a:p>
          <a:endParaRPr lang="en-US" sz="1200"/>
        </a:p>
      </dgm:t>
    </dgm:pt>
    <dgm:pt modelId="{41DE31BF-4E59-4A6A-83D9-48579EA660E4}">
      <dgm:prSet phldrT="[Text]" custT="1"/>
      <dgm:spPr/>
      <dgm:t>
        <a:bodyPr/>
        <a:lstStyle/>
        <a:p>
          <a:r>
            <a: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</a:t>
          </a:r>
        </a:p>
      </dgm:t>
    </dgm:pt>
    <dgm:pt modelId="{9500919D-34A9-4657-A858-02ADED42F6C5}" type="parTrans" cxnId="{B54BF3BB-0AA4-4ED6-ABAF-465F50AC2D96}">
      <dgm:prSet/>
      <dgm:spPr/>
      <dgm:t>
        <a:bodyPr/>
        <a:lstStyle/>
        <a:p>
          <a:endParaRPr lang="en-US" sz="1200"/>
        </a:p>
      </dgm:t>
    </dgm:pt>
    <dgm:pt modelId="{843208EF-8C5A-4838-9960-FA49FC34441A}" type="sibTrans" cxnId="{B54BF3BB-0AA4-4ED6-ABAF-465F50AC2D96}">
      <dgm:prSet/>
      <dgm:spPr/>
      <dgm:t>
        <a:bodyPr/>
        <a:lstStyle/>
        <a:p>
          <a:endParaRPr lang="en-US" sz="1200"/>
        </a:p>
      </dgm:t>
    </dgm:pt>
    <dgm:pt modelId="{DA4F41E4-2C86-49D6-BF85-95CCCCCE6195}">
      <dgm:prSet phldrT="[Text]" custT="1"/>
      <dgm:spPr/>
      <dgm:t>
        <a:bodyPr/>
        <a:lstStyle/>
        <a:p>
          <a:endParaRPr lang="en-US" sz="1600" b="1" dirty="0"/>
        </a:p>
      </dgm:t>
    </dgm:pt>
    <dgm:pt modelId="{DCFE4F38-9EBF-43EE-9C9B-60F72DAD4DC4}" type="parTrans" cxnId="{7B3B5BEE-4629-4652-B928-C74C581C9117}">
      <dgm:prSet/>
      <dgm:spPr/>
      <dgm:t>
        <a:bodyPr/>
        <a:lstStyle/>
        <a:p>
          <a:endParaRPr lang="en-US" sz="1200"/>
        </a:p>
      </dgm:t>
    </dgm:pt>
    <dgm:pt modelId="{54DF8403-50CC-40EE-B613-C08A96096A5A}" type="sibTrans" cxnId="{7B3B5BEE-4629-4652-B928-C74C581C9117}">
      <dgm:prSet/>
      <dgm:spPr/>
      <dgm:t>
        <a:bodyPr/>
        <a:lstStyle/>
        <a:p>
          <a:endParaRPr lang="en-US" sz="1200"/>
        </a:p>
      </dgm:t>
    </dgm:pt>
    <dgm:pt modelId="{4587EC71-9EAE-42EC-A9CE-168F319FB1F1}">
      <dgm:prSet phldrT="[Text]" custT="1"/>
      <dgm:spPr/>
      <dgm:t>
        <a:bodyPr/>
        <a:lstStyle/>
        <a:p>
          <a:r>
            <a:rPr lang="en-US" sz="1600" b="1" dirty="0">
              <a:solidFill>
                <a:srgbClr val="002060"/>
              </a:solidFill>
            </a:rPr>
            <a:t>IVL POLAND VACOREX 280_HV has very less Motor power 132 Kw  for 28 Tone /</a:t>
          </a:r>
          <a:r>
            <a:rPr lang="en-US" sz="1600" b="1" dirty="0" err="1">
              <a:solidFill>
                <a:srgbClr val="002060"/>
              </a:solidFill>
            </a:rPr>
            <a:t>hr</a:t>
          </a:r>
          <a:r>
            <a:rPr lang="en-US" sz="1600" b="1" dirty="0">
              <a:solidFill>
                <a:srgbClr val="002060"/>
              </a:solidFill>
            </a:rPr>
            <a:t> capacity throughput? </a:t>
          </a:r>
        </a:p>
      </dgm:t>
    </dgm:pt>
    <dgm:pt modelId="{3A6F2D1E-080F-47EB-8E84-5F400682819F}" type="parTrans" cxnId="{C80DAF41-3B5A-4A74-89C2-BEE1ED383195}">
      <dgm:prSet/>
      <dgm:spPr/>
      <dgm:t>
        <a:bodyPr/>
        <a:lstStyle/>
        <a:p>
          <a:endParaRPr lang="en-US" sz="1200"/>
        </a:p>
      </dgm:t>
    </dgm:pt>
    <dgm:pt modelId="{7776BEC5-E5F2-4246-B88A-74930CC4EDA7}" type="sibTrans" cxnId="{C80DAF41-3B5A-4A74-89C2-BEE1ED383195}">
      <dgm:prSet/>
      <dgm:spPr/>
      <dgm:t>
        <a:bodyPr/>
        <a:lstStyle/>
        <a:p>
          <a:endParaRPr lang="en-US" sz="1200"/>
        </a:p>
      </dgm:t>
    </dgm:pt>
    <dgm:pt modelId="{7B7526A2-F4B7-4E87-B501-9E40867A6A58}">
      <dgm:prSet phldrT="[Text]" custT="1"/>
      <dgm:spPr/>
      <dgm:t>
        <a:bodyPr/>
        <a:lstStyle/>
        <a:p>
          <a:r>
            <a:rPr lang="en-US" sz="1400" dirty="0">
              <a:solidFill>
                <a:srgbClr val="002060"/>
              </a:solidFill>
            </a:rPr>
            <a:t>No other major observations  as completely different combinations used at different sites . </a:t>
          </a:r>
        </a:p>
        <a:p>
          <a:endParaRPr lang="en-US" sz="1400" dirty="0">
            <a:solidFill>
              <a:srgbClr val="002060"/>
            </a:solidFill>
          </a:endParaRPr>
        </a:p>
        <a:p>
          <a:r>
            <a:rPr lang="en-US" sz="1400" dirty="0">
              <a:solidFill>
                <a:srgbClr val="002060"/>
              </a:solidFill>
            </a:rPr>
            <a:t>Similar models spares  parts cost is not yet benchmarked so cannot compare.                                                We can have a comparison of all spare parts cost for these pumps and see if have some common spares.</a:t>
          </a:r>
        </a:p>
        <a:p>
          <a:r>
            <a:rPr lang="en-US" sz="1400" dirty="0">
              <a:solidFill>
                <a:srgbClr val="002060"/>
              </a:solidFill>
            </a:rPr>
            <a:t>Failures and problem faced are not mentioned by any site with these pumps.</a:t>
          </a:r>
        </a:p>
      </dgm:t>
    </dgm:pt>
    <dgm:pt modelId="{7990CBC1-9ECF-4D3E-8386-7941E8BEA60E}" type="parTrans" cxnId="{681F6A65-317B-4666-9316-70057884107E}">
      <dgm:prSet/>
      <dgm:spPr/>
      <dgm:t>
        <a:bodyPr/>
        <a:lstStyle/>
        <a:p>
          <a:endParaRPr lang="en-US" sz="1200"/>
        </a:p>
      </dgm:t>
    </dgm:pt>
    <dgm:pt modelId="{7DA94A9C-61A3-4918-AE7A-955852D0F751}" type="sibTrans" cxnId="{681F6A65-317B-4666-9316-70057884107E}">
      <dgm:prSet/>
      <dgm:spPr/>
      <dgm:t>
        <a:bodyPr/>
        <a:lstStyle/>
        <a:p>
          <a:endParaRPr lang="en-US" sz="1200"/>
        </a:p>
      </dgm:t>
    </dgm:pt>
    <dgm:pt modelId="{5C90164D-F6DD-4C5B-98E2-8D0C02D5F642}">
      <dgm:prSet phldrT="[Text]" custT="1"/>
      <dgm:spPr/>
      <dgm:t>
        <a:bodyPr/>
        <a:lstStyle/>
        <a:p>
          <a:endParaRPr lang="en-US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3AB0554-E1E9-41F3-8584-0A21E936D51F}" type="sibTrans" cxnId="{86EC5E47-5BBB-4019-AE58-EBCA58575B4F}">
      <dgm:prSet/>
      <dgm:spPr/>
      <dgm:t>
        <a:bodyPr/>
        <a:lstStyle/>
        <a:p>
          <a:endParaRPr lang="en-US" sz="1200"/>
        </a:p>
      </dgm:t>
    </dgm:pt>
    <dgm:pt modelId="{02450B2D-AB32-48F3-BE13-8E693CC28568}" type="parTrans" cxnId="{86EC5E47-5BBB-4019-AE58-EBCA58575B4F}">
      <dgm:prSet/>
      <dgm:spPr/>
      <dgm:t>
        <a:bodyPr/>
        <a:lstStyle/>
        <a:p>
          <a:endParaRPr lang="en-US" sz="1200"/>
        </a:p>
      </dgm:t>
    </dgm:pt>
    <dgm:pt modelId="{7A9E4332-5DF3-4366-B084-656131DEE025}">
      <dgm:prSet phldrT="[Text]" custT="1"/>
      <dgm:spPr>
        <a:solidFill>
          <a:schemeClr val="bg1"/>
        </a:solidFill>
        <a:ln>
          <a:solidFill>
            <a:schemeClr val="bg1"/>
          </a:solidFill>
        </a:ln>
      </dgm:spPr>
      <dgm:t>
        <a:bodyPr/>
        <a:lstStyle/>
        <a:p>
          <a:endParaRPr lang="en-US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E250AF8-8D66-461B-967B-DC8E611636CC}" type="sibTrans" cxnId="{8AF38D88-A1EB-4B33-86F0-CF40A5064EFE}">
      <dgm:prSet/>
      <dgm:spPr/>
      <dgm:t>
        <a:bodyPr/>
        <a:lstStyle/>
        <a:p>
          <a:endParaRPr lang="en-US" sz="1200"/>
        </a:p>
      </dgm:t>
    </dgm:pt>
    <dgm:pt modelId="{138E155A-72DD-44D7-9073-DF11B72DF4A0}" type="parTrans" cxnId="{8AF38D88-A1EB-4B33-86F0-CF40A5064EFE}">
      <dgm:prSet/>
      <dgm:spPr/>
      <dgm:t>
        <a:bodyPr/>
        <a:lstStyle/>
        <a:p>
          <a:endParaRPr lang="en-US" sz="1200"/>
        </a:p>
      </dgm:t>
    </dgm:pt>
    <dgm:pt modelId="{5976A20B-3557-490E-8FB7-2FC4B5F3DB17}">
      <dgm:prSet phldrT="[Text]" custT="1"/>
      <dgm:spPr/>
      <dgm:t>
        <a:bodyPr/>
        <a:lstStyle/>
        <a:p>
          <a:endParaRPr lang="en-US" sz="800" b="1" dirty="0">
            <a:solidFill>
              <a:srgbClr val="002060"/>
            </a:solidFill>
          </a:endParaRPr>
        </a:p>
      </dgm:t>
    </dgm:pt>
    <dgm:pt modelId="{638A10C3-5A0F-481F-A937-DF5964E78654}" type="parTrans" cxnId="{6A1DADA2-C91B-4F7B-9AAE-455E80C8A6D8}">
      <dgm:prSet/>
      <dgm:spPr/>
      <dgm:t>
        <a:bodyPr/>
        <a:lstStyle/>
        <a:p>
          <a:endParaRPr lang="en-US" sz="2000"/>
        </a:p>
      </dgm:t>
    </dgm:pt>
    <dgm:pt modelId="{15F593CA-847E-48B5-9E97-E135DBE9CBE2}" type="sibTrans" cxnId="{6A1DADA2-C91B-4F7B-9AAE-455E80C8A6D8}">
      <dgm:prSet/>
      <dgm:spPr/>
      <dgm:t>
        <a:bodyPr/>
        <a:lstStyle/>
        <a:p>
          <a:endParaRPr lang="en-US" sz="2000"/>
        </a:p>
      </dgm:t>
    </dgm:pt>
    <dgm:pt modelId="{0AAB98BE-5D35-4050-87AB-695D6BBB7A7E}">
      <dgm:prSet phldrT="[Text]" custT="1"/>
      <dgm:spPr/>
      <dgm:t>
        <a:bodyPr/>
        <a:lstStyle/>
        <a:p>
          <a:r>
            <a:rPr lang="en-US" sz="1600" b="1" dirty="0">
              <a:solidFill>
                <a:srgbClr val="002060"/>
              </a:solidFill>
            </a:rPr>
            <a:t>OGP for same throughput has 315 KW motor ?  While for 36 Tons per </a:t>
          </a:r>
          <a:r>
            <a:rPr lang="en-US" sz="1600" b="1" dirty="0" err="1">
              <a:solidFill>
                <a:srgbClr val="002060"/>
              </a:solidFill>
            </a:rPr>
            <a:t>Hr</a:t>
          </a:r>
          <a:r>
            <a:rPr lang="en-US" sz="1600" b="1" dirty="0">
              <a:solidFill>
                <a:srgbClr val="002060"/>
              </a:solidFill>
            </a:rPr>
            <a:t> EIPET has         315 Kw motor? </a:t>
          </a:r>
        </a:p>
      </dgm:t>
    </dgm:pt>
    <dgm:pt modelId="{57B385F3-C999-4B3B-9A2C-8E5F922138B0}" type="parTrans" cxnId="{F199FC86-EC30-4914-AAA0-85CF302925C9}">
      <dgm:prSet/>
      <dgm:spPr/>
      <dgm:t>
        <a:bodyPr/>
        <a:lstStyle/>
        <a:p>
          <a:endParaRPr lang="en-US" sz="2000"/>
        </a:p>
      </dgm:t>
    </dgm:pt>
    <dgm:pt modelId="{385C7BDB-5F8C-4597-94D5-AFA5DC48C9B6}" type="sibTrans" cxnId="{F199FC86-EC30-4914-AAA0-85CF302925C9}">
      <dgm:prSet/>
      <dgm:spPr/>
      <dgm:t>
        <a:bodyPr/>
        <a:lstStyle/>
        <a:p>
          <a:endParaRPr lang="en-US" sz="2000"/>
        </a:p>
      </dgm:t>
    </dgm:pt>
    <dgm:pt modelId="{C3C4B163-6D57-4D5A-94BC-A23586A8693D}">
      <dgm:prSet phldrT="[Text]" custT="1"/>
      <dgm:spPr/>
      <dgm:t>
        <a:bodyPr/>
        <a:lstStyle/>
        <a:p>
          <a:endParaRPr lang="en-US" sz="700" b="1" dirty="0">
            <a:solidFill>
              <a:srgbClr val="002060"/>
            </a:solidFill>
          </a:endParaRPr>
        </a:p>
      </dgm:t>
    </dgm:pt>
    <dgm:pt modelId="{BE58BAF0-4A5F-4CFA-A0D9-43575CB77977}" type="parTrans" cxnId="{75D1D5C8-A004-4D62-B808-D359CE947F77}">
      <dgm:prSet/>
      <dgm:spPr/>
      <dgm:t>
        <a:bodyPr/>
        <a:lstStyle/>
        <a:p>
          <a:endParaRPr lang="en-US"/>
        </a:p>
      </dgm:t>
    </dgm:pt>
    <dgm:pt modelId="{7A79F9F8-298D-4C12-B167-B022E8C7E196}" type="sibTrans" cxnId="{75D1D5C8-A004-4D62-B808-D359CE947F77}">
      <dgm:prSet/>
      <dgm:spPr/>
      <dgm:t>
        <a:bodyPr/>
        <a:lstStyle/>
        <a:p>
          <a:endParaRPr lang="en-US"/>
        </a:p>
      </dgm:t>
    </dgm:pt>
    <dgm:pt modelId="{0547E056-57DF-4BE0-A82D-205D72D2CCA2}" type="pres">
      <dgm:prSet presAssocID="{6866460C-64FF-4FE6-924D-C6C442017E36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3149EE91-5547-4F2E-9A51-FCFF8110B962}" type="pres">
      <dgm:prSet presAssocID="{514FB296-7F08-4EE0-8DBC-F8C6170C1A73}" presName="composite" presStyleCnt="0"/>
      <dgm:spPr/>
    </dgm:pt>
    <dgm:pt modelId="{641B09B5-E6FF-4633-83F8-4224C51C5A56}" type="pres">
      <dgm:prSet presAssocID="{514FB296-7F08-4EE0-8DBC-F8C6170C1A73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25CC7E64-C1F7-4AF8-AE80-FDFA9C59E45E}" type="pres">
      <dgm:prSet presAssocID="{514FB296-7F08-4EE0-8DBC-F8C6170C1A73}" presName="Parent" presStyleLbl="alignNode1" presStyleIdx="0" presStyleCnt="3" custFlipHor="1" custScaleX="35897" custScaleY="57767" custLinFactNeighborX="-32051" custLinFactNeighborY="12543">
        <dgm:presLayoutVars>
          <dgm:chMax val="3"/>
          <dgm:chPref val="3"/>
          <dgm:bulletEnabled val="1"/>
        </dgm:presLayoutVars>
      </dgm:prSet>
      <dgm:spPr/>
    </dgm:pt>
    <dgm:pt modelId="{6C8B7EB1-EC35-41F2-B3FA-02D8E90A0DDF}" type="pres">
      <dgm:prSet presAssocID="{514FB296-7F08-4EE0-8DBC-F8C6170C1A73}" presName="Accent" presStyleLbl="parChTrans1D1" presStyleIdx="0" presStyleCnt="3"/>
      <dgm:spPr/>
    </dgm:pt>
    <dgm:pt modelId="{5C6AF60F-30F4-4A1B-872A-5CD3D0867488}" type="pres">
      <dgm:prSet presAssocID="{514FB296-7F08-4EE0-8DBC-F8C6170C1A73}" presName="Child" presStyleLbl="revTx" presStyleIdx="1" presStyleCnt="6" custScaleY="61124">
        <dgm:presLayoutVars>
          <dgm:chMax val="0"/>
          <dgm:chPref val="0"/>
          <dgm:bulletEnabled val="1"/>
        </dgm:presLayoutVars>
      </dgm:prSet>
      <dgm:spPr/>
    </dgm:pt>
    <dgm:pt modelId="{DBBC49B8-0907-473B-AD39-A7D85095575F}" type="pres">
      <dgm:prSet presAssocID="{781BB0EC-EEBE-4637-911D-C06E22A78FFD}" presName="sibTrans" presStyleCnt="0"/>
      <dgm:spPr/>
    </dgm:pt>
    <dgm:pt modelId="{A4593574-0AE1-4641-BD24-F97BE2DCA3D9}" type="pres">
      <dgm:prSet presAssocID="{41DE31BF-4E59-4A6A-83D9-48579EA660E4}" presName="composite" presStyleCnt="0"/>
      <dgm:spPr/>
    </dgm:pt>
    <dgm:pt modelId="{B03ACC28-2FC2-4396-9B9E-6FA8501187E1}" type="pres">
      <dgm:prSet presAssocID="{41DE31BF-4E59-4A6A-83D9-48579EA660E4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670D4FFF-27E6-4866-8ED0-828F3A81157B}" type="pres">
      <dgm:prSet presAssocID="{41DE31BF-4E59-4A6A-83D9-48579EA660E4}" presName="Parent" presStyleLbl="alignNode1" presStyleIdx="1" presStyleCnt="3" custScaleX="35328" custScaleY="57588" custLinFactNeighborX="-32336" custLinFactNeighborY="11306">
        <dgm:presLayoutVars>
          <dgm:chMax val="3"/>
          <dgm:chPref val="3"/>
          <dgm:bulletEnabled val="1"/>
        </dgm:presLayoutVars>
      </dgm:prSet>
      <dgm:spPr/>
    </dgm:pt>
    <dgm:pt modelId="{EA124690-51D9-4E18-A4BA-E717AA037516}" type="pres">
      <dgm:prSet presAssocID="{41DE31BF-4E59-4A6A-83D9-48579EA660E4}" presName="Accent" presStyleLbl="parChTrans1D1" presStyleIdx="1" presStyleCnt="3"/>
      <dgm:spPr/>
    </dgm:pt>
    <dgm:pt modelId="{1761F3D0-F96B-4BCA-9391-D8C8EC849FF6}" type="pres">
      <dgm:prSet presAssocID="{41DE31BF-4E59-4A6A-83D9-48579EA660E4}" presName="Child" presStyleLbl="revTx" presStyleIdx="3" presStyleCnt="6" custScaleY="49773">
        <dgm:presLayoutVars>
          <dgm:chMax val="0"/>
          <dgm:chPref val="0"/>
          <dgm:bulletEnabled val="1"/>
        </dgm:presLayoutVars>
      </dgm:prSet>
      <dgm:spPr/>
    </dgm:pt>
    <dgm:pt modelId="{B1623201-C044-4491-A51D-D6D2DF210597}" type="pres">
      <dgm:prSet presAssocID="{843208EF-8C5A-4838-9960-FA49FC34441A}" presName="sibTrans" presStyleCnt="0"/>
      <dgm:spPr/>
    </dgm:pt>
    <dgm:pt modelId="{470A405B-D7C5-4A6C-8F02-DCA7DD35EA66}" type="pres">
      <dgm:prSet presAssocID="{7A9E4332-5DF3-4366-B084-656131DEE025}" presName="composite" presStyleCnt="0"/>
      <dgm:spPr/>
    </dgm:pt>
    <dgm:pt modelId="{E5018B88-14F3-42DF-BA34-C57C4760FEF4}" type="pres">
      <dgm:prSet presAssocID="{7A9E4332-5DF3-4366-B084-656131DEE025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88668AAB-1A99-4A61-960E-E70023F75E7D}" type="pres">
      <dgm:prSet presAssocID="{7A9E4332-5DF3-4366-B084-656131DEE025}" presName="Parent" presStyleLbl="alignNode1" presStyleIdx="2" presStyleCnt="3" custScaleY="53364">
        <dgm:presLayoutVars>
          <dgm:chMax val="3"/>
          <dgm:chPref val="3"/>
          <dgm:bulletEnabled val="1"/>
        </dgm:presLayoutVars>
      </dgm:prSet>
      <dgm:spPr/>
    </dgm:pt>
    <dgm:pt modelId="{0C77F326-EBE9-4CAC-8BE5-7D529EA8CC8B}" type="pres">
      <dgm:prSet presAssocID="{7A9E4332-5DF3-4366-B084-656131DEE025}" presName="Accent" presStyleLbl="parChTrans1D1" presStyleIdx="2" presStyleCnt="3"/>
      <dgm:spPr/>
    </dgm:pt>
    <dgm:pt modelId="{C344E06E-218E-46E9-8D65-C5308718763E}" type="pres">
      <dgm:prSet presAssocID="{7A9E4332-5DF3-4366-B084-656131DEE025}" presName="Child" presStyleLbl="revTx" presStyleIdx="5" presStyleCnt="6" custLinFactNeighborY="27367">
        <dgm:presLayoutVars>
          <dgm:chMax val="0"/>
          <dgm:chPref val="0"/>
          <dgm:bulletEnabled val="1"/>
        </dgm:presLayoutVars>
      </dgm:prSet>
      <dgm:spPr/>
    </dgm:pt>
  </dgm:ptLst>
  <dgm:cxnLst>
    <dgm:cxn modelId="{E5987B18-DFA7-4802-B659-F6DE23AAE3B7}" type="presOf" srcId="{0AAB98BE-5D35-4050-87AB-695D6BBB7A7E}" destId="{1761F3D0-F96B-4BCA-9391-D8C8EC849FF6}" srcOrd="0" destOrd="2" presId="urn:microsoft.com/office/officeart/2011/layout/TabList"/>
    <dgm:cxn modelId="{9CE3F918-D97D-4995-9159-B1EF429709CA}" type="presOf" srcId="{5976A20B-3557-490E-8FB7-2FC4B5F3DB17}" destId="{5C6AF60F-30F4-4A1B-872A-5CD3D0867488}" srcOrd="0" destOrd="0" presId="urn:microsoft.com/office/officeart/2011/layout/TabList"/>
    <dgm:cxn modelId="{520CDC5E-CC0D-40FF-B040-FE20EA45AFEF}" srcId="{514FB296-7F08-4EE0-8DBC-F8C6170C1A73}" destId="{1933A11B-1189-4D8E-A562-F233E0B17A62}" srcOrd="0" destOrd="0" parTransId="{B997FAEA-C763-426B-89D6-9C2FE02BC546}" sibTransId="{C4FE3E77-D05D-4036-A3B7-58CD5F25883C}"/>
    <dgm:cxn modelId="{C80DAF41-3B5A-4A74-89C2-BEE1ED383195}" srcId="{41DE31BF-4E59-4A6A-83D9-48579EA660E4}" destId="{4587EC71-9EAE-42EC-A9CE-168F319FB1F1}" srcOrd="2" destOrd="0" parTransId="{3A6F2D1E-080F-47EB-8E84-5F400682819F}" sibTransId="{7776BEC5-E5F2-4246-B88A-74930CC4EDA7}"/>
    <dgm:cxn modelId="{681F6A65-317B-4666-9316-70057884107E}" srcId="{7A9E4332-5DF3-4366-B084-656131DEE025}" destId="{7B7526A2-F4B7-4E87-B501-9E40867A6A58}" srcOrd="1" destOrd="0" parTransId="{7990CBC1-9ECF-4D3E-8386-7941E8BEA60E}" sibTransId="{7DA94A9C-61A3-4918-AE7A-955852D0F751}"/>
    <dgm:cxn modelId="{86EC5E47-5BBB-4019-AE58-EBCA58575B4F}" srcId="{7A9E4332-5DF3-4366-B084-656131DEE025}" destId="{5C90164D-F6DD-4C5B-98E2-8D0C02D5F642}" srcOrd="0" destOrd="0" parTransId="{02450B2D-AB32-48F3-BE13-8E693CC28568}" sibTransId="{73AB0554-E1E9-41F3-8584-0A21E936D51F}"/>
    <dgm:cxn modelId="{95002A48-36C1-4234-91C0-253ADBF3188E}" type="presOf" srcId="{5C90164D-F6DD-4C5B-98E2-8D0C02D5F642}" destId="{E5018B88-14F3-42DF-BA34-C57C4760FEF4}" srcOrd="0" destOrd="0" presId="urn:microsoft.com/office/officeart/2011/layout/TabList"/>
    <dgm:cxn modelId="{CFDBFD6B-0CC9-445D-9766-6BE598AF477B}" type="presOf" srcId="{41DE31BF-4E59-4A6A-83D9-48579EA660E4}" destId="{670D4FFF-27E6-4866-8ED0-828F3A81157B}" srcOrd="0" destOrd="0" presId="urn:microsoft.com/office/officeart/2011/layout/TabList"/>
    <dgm:cxn modelId="{8A74BA4C-C683-4B03-B8BE-12B9CFBC9C64}" type="presOf" srcId="{4587EC71-9EAE-42EC-A9CE-168F319FB1F1}" destId="{1761F3D0-F96B-4BCA-9391-D8C8EC849FF6}" srcOrd="0" destOrd="1" presId="urn:microsoft.com/office/officeart/2011/layout/TabList"/>
    <dgm:cxn modelId="{AFB9C953-E6CC-4F72-A97B-3AB424D2F681}" type="presOf" srcId="{514FB296-7F08-4EE0-8DBC-F8C6170C1A73}" destId="{25CC7E64-C1F7-4AF8-AE80-FDFA9C59E45E}" srcOrd="0" destOrd="0" presId="urn:microsoft.com/office/officeart/2011/layout/TabList"/>
    <dgm:cxn modelId="{4EBDC555-3623-471C-AB27-E14507AFC200}" srcId="{6866460C-64FF-4FE6-924D-C6C442017E36}" destId="{514FB296-7F08-4EE0-8DBC-F8C6170C1A73}" srcOrd="0" destOrd="0" parTransId="{3D828A10-BEAA-4DF4-993E-C1DB69CC4CE9}" sibTransId="{781BB0EC-EEBE-4637-911D-C06E22A78FFD}"/>
    <dgm:cxn modelId="{86E85E59-7613-4FD7-BDA1-148524526CC2}" type="presOf" srcId="{7A9E4332-5DF3-4366-B084-656131DEE025}" destId="{88668AAB-1A99-4A61-960E-E70023F75E7D}" srcOrd="0" destOrd="0" presId="urn:microsoft.com/office/officeart/2011/layout/TabList"/>
    <dgm:cxn modelId="{F199FC86-EC30-4914-AAA0-85CF302925C9}" srcId="{41DE31BF-4E59-4A6A-83D9-48579EA660E4}" destId="{0AAB98BE-5D35-4050-87AB-695D6BBB7A7E}" srcOrd="3" destOrd="0" parTransId="{57B385F3-C999-4B3B-9A2C-8E5F922138B0}" sibTransId="{385C7BDB-5F8C-4597-94D5-AFA5DC48C9B6}"/>
    <dgm:cxn modelId="{8AF38D88-A1EB-4B33-86F0-CF40A5064EFE}" srcId="{6866460C-64FF-4FE6-924D-C6C442017E36}" destId="{7A9E4332-5DF3-4366-B084-656131DEE025}" srcOrd="2" destOrd="0" parTransId="{138E155A-72DD-44D7-9073-DF11B72DF4A0}" sibTransId="{2E250AF8-8D66-461B-967B-DC8E611636CC}"/>
    <dgm:cxn modelId="{CC332E90-764C-4FC9-97F5-247755BC6762}" type="presOf" srcId="{C3C4B163-6D57-4D5A-94BC-A23586A8693D}" destId="{1761F3D0-F96B-4BCA-9391-D8C8EC849FF6}" srcOrd="0" destOrd="0" presId="urn:microsoft.com/office/officeart/2011/layout/TabList"/>
    <dgm:cxn modelId="{0F2A4C9D-15C6-46B7-9AF7-C3EECD8B0E15}" type="presOf" srcId="{DA4F41E4-2C86-49D6-BF85-95CCCCCE6195}" destId="{B03ACC28-2FC2-4396-9B9E-6FA8501187E1}" srcOrd="0" destOrd="0" presId="urn:microsoft.com/office/officeart/2011/layout/TabList"/>
    <dgm:cxn modelId="{6A1DADA2-C91B-4F7B-9AAE-455E80C8A6D8}" srcId="{514FB296-7F08-4EE0-8DBC-F8C6170C1A73}" destId="{5976A20B-3557-490E-8FB7-2FC4B5F3DB17}" srcOrd="1" destOrd="0" parTransId="{638A10C3-5A0F-481F-A937-DF5964E78654}" sibTransId="{15F593CA-847E-48B5-9E97-E135DBE9CBE2}"/>
    <dgm:cxn modelId="{BE62C9A7-7411-42DA-AB1B-59CB28479A68}" type="presOf" srcId="{6866460C-64FF-4FE6-924D-C6C442017E36}" destId="{0547E056-57DF-4BE0-A82D-205D72D2CCA2}" srcOrd="0" destOrd="0" presId="urn:microsoft.com/office/officeart/2011/layout/TabList"/>
    <dgm:cxn modelId="{58F7EFA9-B50F-4196-B555-0ED72EC55CC6}" type="presOf" srcId="{7B7526A2-F4B7-4E87-B501-9E40867A6A58}" destId="{C344E06E-218E-46E9-8D65-C5308718763E}" srcOrd="0" destOrd="0" presId="urn:microsoft.com/office/officeart/2011/layout/TabList"/>
    <dgm:cxn modelId="{95F571B5-7FCD-4564-BC49-0366126E0116}" type="presOf" srcId="{E3413F3B-56D6-43BD-9D41-3319B6C7DEAA}" destId="{5C6AF60F-30F4-4A1B-872A-5CD3D0867488}" srcOrd="0" destOrd="1" presId="urn:microsoft.com/office/officeart/2011/layout/TabList"/>
    <dgm:cxn modelId="{B54BF3BB-0AA4-4ED6-ABAF-465F50AC2D96}" srcId="{6866460C-64FF-4FE6-924D-C6C442017E36}" destId="{41DE31BF-4E59-4A6A-83D9-48579EA660E4}" srcOrd="1" destOrd="0" parTransId="{9500919D-34A9-4657-A858-02ADED42F6C5}" sibTransId="{843208EF-8C5A-4838-9960-FA49FC34441A}"/>
    <dgm:cxn modelId="{630996C6-5EC3-4EC3-8CD7-AD90C63B9E1D}" srcId="{514FB296-7F08-4EE0-8DBC-F8C6170C1A73}" destId="{E3413F3B-56D6-43BD-9D41-3319B6C7DEAA}" srcOrd="2" destOrd="0" parTransId="{47F37241-F508-46B1-9C06-B837E5E7DDFE}" sibTransId="{68B09951-B5B7-45F1-AF6B-D74FC04691E6}"/>
    <dgm:cxn modelId="{75D1D5C8-A004-4D62-B808-D359CE947F77}" srcId="{41DE31BF-4E59-4A6A-83D9-48579EA660E4}" destId="{C3C4B163-6D57-4D5A-94BC-A23586A8693D}" srcOrd="1" destOrd="0" parTransId="{BE58BAF0-4A5F-4CFA-A0D9-43575CB77977}" sibTransId="{7A79F9F8-298D-4C12-B167-B022E8C7E196}"/>
    <dgm:cxn modelId="{AF2685D1-BF33-4CCB-8EB0-7781E0881AFD}" type="presOf" srcId="{1933A11B-1189-4D8E-A562-F233E0B17A62}" destId="{641B09B5-E6FF-4633-83F8-4224C51C5A56}" srcOrd="0" destOrd="0" presId="urn:microsoft.com/office/officeart/2011/layout/TabList"/>
    <dgm:cxn modelId="{7B3B5BEE-4629-4652-B928-C74C581C9117}" srcId="{41DE31BF-4E59-4A6A-83D9-48579EA660E4}" destId="{DA4F41E4-2C86-49D6-BF85-95CCCCCE6195}" srcOrd="0" destOrd="0" parTransId="{DCFE4F38-9EBF-43EE-9C9B-60F72DAD4DC4}" sibTransId="{54DF8403-50CC-40EE-B613-C08A96096A5A}"/>
    <dgm:cxn modelId="{F1F58284-948E-427A-8CF4-C02032327D3C}" type="presParOf" srcId="{0547E056-57DF-4BE0-A82D-205D72D2CCA2}" destId="{3149EE91-5547-4F2E-9A51-FCFF8110B962}" srcOrd="0" destOrd="0" presId="urn:microsoft.com/office/officeart/2011/layout/TabList"/>
    <dgm:cxn modelId="{1411B1BB-20A0-4137-98F0-2AB954A2820B}" type="presParOf" srcId="{3149EE91-5547-4F2E-9A51-FCFF8110B962}" destId="{641B09B5-E6FF-4633-83F8-4224C51C5A56}" srcOrd="0" destOrd="0" presId="urn:microsoft.com/office/officeart/2011/layout/TabList"/>
    <dgm:cxn modelId="{DEADF536-AB6A-4037-B808-DCCC5B2E469E}" type="presParOf" srcId="{3149EE91-5547-4F2E-9A51-FCFF8110B962}" destId="{25CC7E64-C1F7-4AF8-AE80-FDFA9C59E45E}" srcOrd="1" destOrd="0" presId="urn:microsoft.com/office/officeart/2011/layout/TabList"/>
    <dgm:cxn modelId="{BF03B211-9D27-4557-8F76-E3125BE19005}" type="presParOf" srcId="{3149EE91-5547-4F2E-9A51-FCFF8110B962}" destId="{6C8B7EB1-EC35-41F2-B3FA-02D8E90A0DDF}" srcOrd="2" destOrd="0" presId="urn:microsoft.com/office/officeart/2011/layout/TabList"/>
    <dgm:cxn modelId="{D66ACB74-473F-4796-AB65-0059DBA86170}" type="presParOf" srcId="{0547E056-57DF-4BE0-A82D-205D72D2CCA2}" destId="{5C6AF60F-30F4-4A1B-872A-5CD3D0867488}" srcOrd="1" destOrd="0" presId="urn:microsoft.com/office/officeart/2011/layout/TabList"/>
    <dgm:cxn modelId="{C341A6E7-9BE2-4F6A-A21C-894C08C6B60F}" type="presParOf" srcId="{0547E056-57DF-4BE0-A82D-205D72D2CCA2}" destId="{DBBC49B8-0907-473B-AD39-A7D85095575F}" srcOrd="2" destOrd="0" presId="urn:microsoft.com/office/officeart/2011/layout/TabList"/>
    <dgm:cxn modelId="{8F798137-8F9E-47C2-B345-2AF906F6F164}" type="presParOf" srcId="{0547E056-57DF-4BE0-A82D-205D72D2CCA2}" destId="{A4593574-0AE1-4641-BD24-F97BE2DCA3D9}" srcOrd="3" destOrd="0" presId="urn:microsoft.com/office/officeart/2011/layout/TabList"/>
    <dgm:cxn modelId="{0714F06C-838D-439B-9D02-167D4F3B4FC1}" type="presParOf" srcId="{A4593574-0AE1-4641-BD24-F97BE2DCA3D9}" destId="{B03ACC28-2FC2-4396-9B9E-6FA8501187E1}" srcOrd="0" destOrd="0" presId="urn:microsoft.com/office/officeart/2011/layout/TabList"/>
    <dgm:cxn modelId="{09FA0201-DE2A-4E78-AE4E-5ECF6F896584}" type="presParOf" srcId="{A4593574-0AE1-4641-BD24-F97BE2DCA3D9}" destId="{670D4FFF-27E6-4866-8ED0-828F3A81157B}" srcOrd="1" destOrd="0" presId="urn:microsoft.com/office/officeart/2011/layout/TabList"/>
    <dgm:cxn modelId="{2C1C00A7-68D1-444F-9F2A-E92EECF0DA2C}" type="presParOf" srcId="{A4593574-0AE1-4641-BD24-F97BE2DCA3D9}" destId="{EA124690-51D9-4E18-A4BA-E717AA037516}" srcOrd="2" destOrd="0" presId="urn:microsoft.com/office/officeart/2011/layout/TabList"/>
    <dgm:cxn modelId="{004B0406-819E-4A30-AC8A-F0A0A3121712}" type="presParOf" srcId="{0547E056-57DF-4BE0-A82D-205D72D2CCA2}" destId="{1761F3D0-F96B-4BCA-9391-D8C8EC849FF6}" srcOrd="4" destOrd="0" presId="urn:microsoft.com/office/officeart/2011/layout/TabList"/>
    <dgm:cxn modelId="{A9471F26-A3F6-40FD-9FCC-29F6A536F8B9}" type="presParOf" srcId="{0547E056-57DF-4BE0-A82D-205D72D2CCA2}" destId="{B1623201-C044-4491-A51D-D6D2DF210597}" srcOrd="5" destOrd="0" presId="urn:microsoft.com/office/officeart/2011/layout/TabList"/>
    <dgm:cxn modelId="{80D6CCA7-A632-4053-9D47-54D0573781BC}" type="presParOf" srcId="{0547E056-57DF-4BE0-A82D-205D72D2CCA2}" destId="{470A405B-D7C5-4A6C-8F02-DCA7DD35EA66}" srcOrd="6" destOrd="0" presId="urn:microsoft.com/office/officeart/2011/layout/TabList"/>
    <dgm:cxn modelId="{56D619DB-A902-4A8A-A629-97986138320E}" type="presParOf" srcId="{470A405B-D7C5-4A6C-8F02-DCA7DD35EA66}" destId="{E5018B88-14F3-42DF-BA34-C57C4760FEF4}" srcOrd="0" destOrd="0" presId="urn:microsoft.com/office/officeart/2011/layout/TabList"/>
    <dgm:cxn modelId="{7D4382C8-8B9C-4D86-AFF9-C57B74AA2D77}" type="presParOf" srcId="{470A405B-D7C5-4A6C-8F02-DCA7DD35EA66}" destId="{88668AAB-1A99-4A61-960E-E70023F75E7D}" srcOrd="1" destOrd="0" presId="urn:microsoft.com/office/officeart/2011/layout/TabList"/>
    <dgm:cxn modelId="{B8E00632-583F-4C05-9B6E-C77A559E7CAD}" type="presParOf" srcId="{470A405B-D7C5-4A6C-8F02-DCA7DD35EA66}" destId="{0C77F326-EBE9-4CAC-8BE5-7D529EA8CC8B}" srcOrd="2" destOrd="0" presId="urn:microsoft.com/office/officeart/2011/layout/TabList"/>
    <dgm:cxn modelId="{88211D88-3DA8-4E14-8C56-71E95BA8E4FA}" type="presParOf" srcId="{0547E056-57DF-4BE0-A82D-205D72D2CCA2}" destId="{C344E06E-218E-46E9-8D65-C5308718763E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1E8F398-CE23-4A99-AC00-7078FF3C4977}" type="doc">
      <dgm:prSet loTypeId="urn:microsoft.com/office/officeart/2008/layout/VerticalCurvedList" loCatId="list" qsTypeId="urn:microsoft.com/office/officeart/2005/8/quickstyle/simple2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9B530265-57CF-4487-BB83-73F64FE34433}">
      <dgm:prSet phldrT="[Text]" custT="1"/>
      <dgm:spPr/>
      <dgm:t>
        <a:bodyPr/>
        <a:lstStyle/>
        <a:p>
          <a:pPr algn="l"/>
          <a:r>
            <a:rPr lang="en-US" sz="3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         </a:t>
          </a:r>
          <a:r>
            <a:rPr lang="en-US" sz="3600" b="1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CUTTER DATA</a:t>
          </a:r>
        </a:p>
      </dgm:t>
    </dgm:pt>
    <dgm:pt modelId="{1BE42522-AC4F-4BF9-948F-1C1EDF8D9F75}" type="parTrans" cxnId="{0988C1AB-0BE8-485E-8806-E9D0459E0048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67BB34A-92FC-47F0-8F44-D072A6D348B4}" type="sibTrans" cxnId="{0988C1AB-0BE8-485E-8806-E9D0459E0048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7FEF251-39FC-49FB-8A77-DF0F86FAC5EF}">
      <dgm:prSet phldrT="[Text]" custT="1"/>
      <dgm:spPr/>
      <dgm:t>
        <a:bodyPr/>
        <a:lstStyle/>
        <a:p>
          <a:r>
            <a:rPr lang="en-GB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OBSERVATION</a:t>
          </a:r>
          <a:endParaRPr lang="en-US" sz="32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A23132D-531D-491A-AAF3-0E577D4582E6}" type="parTrans" cxnId="{BFDD00F7-F7E6-4D4C-9708-DE837D9A5442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AE85FE9-99AB-42C7-88B7-FAE8A2A9E318}" type="sibTrans" cxnId="{BFDD00F7-F7E6-4D4C-9708-DE837D9A5442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65D0E16-118B-4B27-8CC0-E77F20026FFA}">
      <dgm:prSet phldrT="[Text]"/>
      <dgm:spPr/>
      <dgm:t>
        <a:bodyPr/>
        <a:lstStyle/>
        <a:p>
          <a:r>
            <a: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CONCLUSION AND PATH FORWARD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5EF3B34-51EC-4762-9418-6963B3FCF094}" type="parTrans" cxnId="{3014BFAB-99C9-4092-8584-D8C7EDCD4B0F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5141260-63AF-46A7-9ADC-E31DD271D7C8}" type="sibTrans" cxnId="{3014BFAB-99C9-4092-8584-D8C7EDCD4B0F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93E4AB6-722C-4D6F-8938-A71425AD4D49}" type="pres">
      <dgm:prSet presAssocID="{01E8F398-CE23-4A99-AC00-7078FF3C4977}" presName="Name0" presStyleCnt="0">
        <dgm:presLayoutVars>
          <dgm:chMax val="7"/>
          <dgm:chPref val="7"/>
          <dgm:dir/>
        </dgm:presLayoutVars>
      </dgm:prSet>
      <dgm:spPr/>
    </dgm:pt>
    <dgm:pt modelId="{0BA933DE-3E7C-48B4-89FB-5202E0ECFE95}" type="pres">
      <dgm:prSet presAssocID="{01E8F398-CE23-4A99-AC00-7078FF3C4977}" presName="Name1" presStyleCnt="0"/>
      <dgm:spPr/>
    </dgm:pt>
    <dgm:pt modelId="{91F3644F-2AAC-40A7-A1E7-15E146467612}" type="pres">
      <dgm:prSet presAssocID="{01E8F398-CE23-4A99-AC00-7078FF3C4977}" presName="cycle" presStyleCnt="0"/>
      <dgm:spPr/>
    </dgm:pt>
    <dgm:pt modelId="{BDDBF057-B1B7-498E-A2BA-98EB81886157}" type="pres">
      <dgm:prSet presAssocID="{01E8F398-CE23-4A99-AC00-7078FF3C4977}" presName="srcNode" presStyleLbl="node1" presStyleIdx="0" presStyleCnt="3"/>
      <dgm:spPr/>
    </dgm:pt>
    <dgm:pt modelId="{2720C6BE-C231-4881-A31B-96FFC1459F24}" type="pres">
      <dgm:prSet presAssocID="{01E8F398-CE23-4A99-AC00-7078FF3C4977}" presName="conn" presStyleLbl="parChTrans1D2" presStyleIdx="0" presStyleCnt="1"/>
      <dgm:spPr/>
    </dgm:pt>
    <dgm:pt modelId="{F029C367-5571-48A7-909B-1214CDD92871}" type="pres">
      <dgm:prSet presAssocID="{01E8F398-CE23-4A99-AC00-7078FF3C4977}" presName="extraNode" presStyleLbl="node1" presStyleIdx="0" presStyleCnt="3"/>
      <dgm:spPr/>
    </dgm:pt>
    <dgm:pt modelId="{281D7B6D-BFC4-4290-A2EA-62B7F3B6ECD8}" type="pres">
      <dgm:prSet presAssocID="{01E8F398-CE23-4A99-AC00-7078FF3C4977}" presName="dstNode" presStyleLbl="node1" presStyleIdx="0" presStyleCnt="3"/>
      <dgm:spPr/>
    </dgm:pt>
    <dgm:pt modelId="{CC150690-F9C9-4FDB-B093-E939B574AF3C}" type="pres">
      <dgm:prSet presAssocID="{9B530265-57CF-4487-BB83-73F64FE34433}" presName="text_1" presStyleLbl="node1" presStyleIdx="0" presStyleCnt="3">
        <dgm:presLayoutVars>
          <dgm:bulletEnabled val="1"/>
        </dgm:presLayoutVars>
      </dgm:prSet>
      <dgm:spPr/>
    </dgm:pt>
    <dgm:pt modelId="{38389E00-79CA-44AD-A2B8-03F19EFE3CFB}" type="pres">
      <dgm:prSet presAssocID="{9B530265-57CF-4487-BB83-73F64FE34433}" presName="accent_1" presStyleCnt="0"/>
      <dgm:spPr/>
    </dgm:pt>
    <dgm:pt modelId="{5D7FB48D-D325-4992-B7C9-B2263DFF7925}" type="pres">
      <dgm:prSet presAssocID="{9B530265-57CF-4487-BB83-73F64FE34433}" presName="accentRepeatNode" presStyleLbl="solidFgAcc1" presStyleIdx="0" presStyleCnt="3"/>
      <dgm:spPr/>
    </dgm:pt>
    <dgm:pt modelId="{EA916141-163D-4744-A5EF-BC4C4C7FDC10}" type="pres">
      <dgm:prSet presAssocID="{D7FEF251-39FC-49FB-8A77-DF0F86FAC5EF}" presName="text_2" presStyleLbl="node1" presStyleIdx="1" presStyleCnt="3">
        <dgm:presLayoutVars>
          <dgm:bulletEnabled val="1"/>
        </dgm:presLayoutVars>
      </dgm:prSet>
      <dgm:spPr/>
    </dgm:pt>
    <dgm:pt modelId="{719AD902-D2F1-44C6-ACD2-75FF147AB1A1}" type="pres">
      <dgm:prSet presAssocID="{D7FEF251-39FC-49FB-8A77-DF0F86FAC5EF}" presName="accent_2" presStyleCnt="0"/>
      <dgm:spPr/>
    </dgm:pt>
    <dgm:pt modelId="{E9519CBF-1366-414C-801D-48E9171EAA9B}" type="pres">
      <dgm:prSet presAssocID="{D7FEF251-39FC-49FB-8A77-DF0F86FAC5EF}" presName="accentRepeatNode" presStyleLbl="solidFgAcc1" presStyleIdx="1" presStyleCnt="3"/>
      <dgm:spPr/>
    </dgm:pt>
    <dgm:pt modelId="{7C651ACF-54BF-40FB-890A-94611A72BC76}" type="pres">
      <dgm:prSet presAssocID="{565D0E16-118B-4B27-8CC0-E77F20026FFA}" presName="text_3" presStyleLbl="node1" presStyleIdx="2" presStyleCnt="3">
        <dgm:presLayoutVars>
          <dgm:bulletEnabled val="1"/>
        </dgm:presLayoutVars>
      </dgm:prSet>
      <dgm:spPr/>
    </dgm:pt>
    <dgm:pt modelId="{2A1FF038-E2F4-43A1-BC67-931C0A12F8E2}" type="pres">
      <dgm:prSet presAssocID="{565D0E16-118B-4B27-8CC0-E77F20026FFA}" presName="accent_3" presStyleCnt="0"/>
      <dgm:spPr/>
    </dgm:pt>
    <dgm:pt modelId="{28E3C4CB-0AAE-4D7F-B666-30EF4FC08E39}" type="pres">
      <dgm:prSet presAssocID="{565D0E16-118B-4B27-8CC0-E77F20026FFA}" presName="accentRepeatNode" presStyleLbl="solidFgAcc1" presStyleIdx="2" presStyleCnt="3"/>
      <dgm:spPr/>
    </dgm:pt>
  </dgm:ptLst>
  <dgm:cxnLst>
    <dgm:cxn modelId="{D6D57126-F835-44A6-A7DA-4C664B1B34FD}" type="presOf" srcId="{9B530265-57CF-4487-BB83-73F64FE34433}" destId="{CC150690-F9C9-4FDB-B093-E939B574AF3C}" srcOrd="0" destOrd="0" presId="urn:microsoft.com/office/officeart/2008/layout/VerticalCurvedList"/>
    <dgm:cxn modelId="{43375D5D-EC27-4037-B30E-DB78F1E9CD66}" type="presOf" srcId="{167BB34A-92FC-47F0-8F44-D072A6D348B4}" destId="{2720C6BE-C231-4881-A31B-96FFC1459F24}" srcOrd="0" destOrd="0" presId="urn:microsoft.com/office/officeart/2008/layout/VerticalCurvedList"/>
    <dgm:cxn modelId="{ED969F8A-0048-4DA0-9AE8-496649FA1E09}" type="presOf" srcId="{D7FEF251-39FC-49FB-8A77-DF0F86FAC5EF}" destId="{EA916141-163D-4744-A5EF-BC4C4C7FDC10}" srcOrd="0" destOrd="0" presId="urn:microsoft.com/office/officeart/2008/layout/VerticalCurvedList"/>
    <dgm:cxn modelId="{47A82294-739A-418E-871C-17A1C4992714}" type="presOf" srcId="{01E8F398-CE23-4A99-AC00-7078FF3C4977}" destId="{093E4AB6-722C-4D6F-8938-A71425AD4D49}" srcOrd="0" destOrd="0" presId="urn:microsoft.com/office/officeart/2008/layout/VerticalCurvedList"/>
    <dgm:cxn modelId="{3014BFAB-99C9-4092-8584-D8C7EDCD4B0F}" srcId="{01E8F398-CE23-4A99-AC00-7078FF3C4977}" destId="{565D0E16-118B-4B27-8CC0-E77F20026FFA}" srcOrd="2" destOrd="0" parTransId="{55EF3B34-51EC-4762-9418-6963B3FCF094}" sibTransId="{75141260-63AF-46A7-9ADC-E31DD271D7C8}"/>
    <dgm:cxn modelId="{0988C1AB-0BE8-485E-8806-E9D0459E0048}" srcId="{01E8F398-CE23-4A99-AC00-7078FF3C4977}" destId="{9B530265-57CF-4487-BB83-73F64FE34433}" srcOrd="0" destOrd="0" parTransId="{1BE42522-AC4F-4BF9-948F-1C1EDF8D9F75}" sibTransId="{167BB34A-92FC-47F0-8F44-D072A6D348B4}"/>
    <dgm:cxn modelId="{06E5BDC0-CDCC-4FB6-BE09-EF80E5B77E3A}" type="presOf" srcId="{565D0E16-118B-4B27-8CC0-E77F20026FFA}" destId="{7C651ACF-54BF-40FB-890A-94611A72BC76}" srcOrd="0" destOrd="0" presId="urn:microsoft.com/office/officeart/2008/layout/VerticalCurvedList"/>
    <dgm:cxn modelId="{BFDD00F7-F7E6-4D4C-9708-DE837D9A5442}" srcId="{01E8F398-CE23-4A99-AC00-7078FF3C4977}" destId="{D7FEF251-39FC-49FB-8A77-DF0F86FAC5EF}" srcOrd="1" destOrd="0" parTransId="{CA23132D-531D-491A-AAF3-0E577D4582E6}" sibTransId="{1AE85FE9-99AB-42C7-88B7-FAE8A2A9E318}"/>
    <dgm:cxn modelId="{6EDE7077-3C11-410B-AC89-A3F40517F15A}" type="presParOf" srcId="{093E4AB6-722C-4D6F-8938-A71425AD4D49}" destId="{0BA933DE-3E7C-48B4-89FB-5202E0ECFE95}" srcOrd="0" destOrd="0" presId="urn:microsoft.com/office/officeart/2008/layout/VerticalCurvedList"/>
    <dgm:cxn modelId="{DFAE0EB9-0909-4553-990C-6766A3B44E76}" type="presParOf" srcId="{0BA933DE-3E7C-48B4-89FB-5202E0ECFE95}" destId="{91F3644F-2AAC-40A7-A1E7-15E146467612}" srcOrd="0" destOrd="0" presId="urn:microsoft.com/office/officeart/2008/layout/VerticalCurvedList"/>
    <dgm:cxn modelId="{7CE2D6CB-A3A0-4B75-906D-F38703FB3C8C}" type="presParOf" srcId="{91F3644F-2AAC-40A7-A1E7-15E146467612}" destId="{BDDBF057-B1B7-498E-A2BA-98EB81886157}" srcOrd="0" destOrd="0" presId="urn:microsoft.com/office/officeart/2008/layout/VerticalCurvedList"/>
    <dgm:cxn modelId="{448C0168-1B89-498B-9EDA-66016E359BC7}" type="presParOf" srcId="{91F3644F-2AAC-40A7-A1E7-15E146467612}" destId="{2720C6BE-C231-4881-A31B-96FFC1459F24}" srcOrd="1" destOrd="0" presId="urn:microsoft.com/office/officeart/2008/layout/VerticalCurvedList"/>
    <dgm:cxn modelId="{B9833BF5-7FA8-46E4-97FD-0E11C5B5D399}" type="presParOf" srcId="{91F3644F-2AAC-40A7-A1E7-15E146467612}" destId="{F029C367-5571-48A7-909B-1214CDD92871}" srcOrd="2" destOrd="0" presId="urn:microsoft.com/office/officeart/2008/layout/VerticalCurvedList"/>
    <dgm:cxn modelId="{E4A328B1-580A-49F6-9281-CB622B2EE762}" type="presParOf" srcId="{91F3644F-2AAC-40A7-A1E7-15E146467612}" destId="{281D7B6D-BFC4-4290-A2EA-62B7F3B6ECD8}" srcOrd="3" destOrd="0" presId="urn:microsoft.com/office/officeart/2008/layout/VerticalCurvedList"/>
    <dgm:cxn modelId="{92DD717A-0B72-483C-BB6B-EDCC5C9E6C89}" type="presParOf" srcId="{0BA933DE-3E7C-48B4-89FB-5202E0ECFE95}" destId="{CC150690-F9C9-4FDB-B093-E939B574AF3C}" srcOrd="1" destOrd="0" presId="urn:microsoft.com/office/officeart/2008/layout/VerticalCurvedList"/>
    <dgm:cxn modelId="{4A2BF56B-4EA8-4715-A5DC-45BAA216D25A}" type="presParOf" srcId="{0BA933DE-3E7C-48B4-89FB-5202E0ECFE95}" destId="{38389E00-79CA-44AD-A2B8-03F19EFE3CFB}" srcOrd="2" destOrd="0" presId="urn:microsoft.com/office/officeart/2008/layout/VerticalCurvedList"/>
    <dgm:cxn modelId="{9E63A51F-1719-419E-84A8-59DFEEFAC393}" type="presParOf" srcId="{38389E00-79CA-44AD-A2B8-03F19EFE3CFB}" destId="{5D7FB48D-D325-4992-B7C9-B2263DFF7925}" srcOrd="0" destOrd="0" presId="urn:microsoft.com/office/officeart/2008/layout/VerticalCurvedList"/>
    <dgm:cxn modelId="{AA432029-5919-49A3-B2FB-68957B39D8C8}" type="presParOf" srcId="{0BA933DE-3E7C-48B4-89FB-5202E0ECFE95}" destId="{EA916141-163D-4744-A5EF-BC4C4C7FDC10}" srcOrd="3" destOrd="0" presId="urn:microsoft.com/office/officeart/2008/layout/VerticalCurvedList"/>
    <dgm:cxn modelId="{8A309AF6-3BF3-414E-93B1-04A1DA03483D}" type="presParOf" srcId="{0BA933DE-3E7C-48B4-89FB-5202E0ECFE95}" destId="{719AD902-D2F1-44C6-ACD2-75FF147AB1A1}" srcOrd="4" destOrd="0" presId="urn:microsoft.com/office/officeart/2008/layout/VerticalCurvedList"/>
    <dgm:cxn modelId="{5AE9589A-7804-4865-90A0-A92336BC3256}" type="presParOf" srcId="{719AD902-D2F1-44C6-ACD2-75FF147AB1A1}" destId="{E9519CBF-1366-414C-801D-48E9171EAA9B}" srcOrd="0" destOrd="0" presId="urn:microsoft.com/office/officeart/2008/layout/VerticalCurvedList"/>
    <dgm:cxn modelId="{9A49E8D9-8EE0-446C-84B0-F6F0540D348F}" type="presParOf" srcId="{0BA933DE-3E7C-48B4-89FB-5202E0ECFE95}" destId="{7C651ACF-54BF-40FB-890A-94611A72BC76}" srcOrd="5" destOrd="0" presId="urn:microsoft.com/office/officeart/2008/layout/VerticalCurvedList"/>
    <dgm:cxn modelId="{2D9FACD7-ECB4-4ED5-B857-D76C98BE79D5}" type="presParOf" srcId="{0BA933DE-3E7C-48B4-89FB-5202E0ECFE95}" destId="{2A1FF038-E2F4-43A1-BC67-931C0A12F8E2}" srcOrd="6" destOrd="0" presId="urn:microsoft.com/office/officeart/2008/layout/VerticalCurvedList"/>
    <dgm:cxn modelId="{A26418C2-B57F-46F8-8D1E-60320EA3E64F}" type="presParOf" srcId="{2A1FF038-E2F4-43A1-BC67-931C0A12F8E2}" destId="{28E3C4CB-0AAE-4D7F-B666-30EF4FC08E3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866460C-64FF-4FE6-924D-C6C442017E36}" type="doc">
      <dgm:prSet loTypeId="urn:microsoft.com/office/officeart/2011/layout/TabList" loCatId="list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514FB296-7F08-4EE0-8DBC-F8C6170C1A73}">
      <dgm:prSet phldrT="[Text]" custT="1"/>
      <dgm:spPr/>
      <dgm:t>
        <a:bodyPr/>
        <a:lstStyle/>
        <a:p>
          <a:r>
            <a:rPr lang="en-US" sz="2800" b="1" u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</a:t>
          </a:r>
        </a:p>
      </dgm:t>
    </dgm:pt>
    <dgm:pt modelId="{3D828A10-BEAA-4DF4-993E-C1DB69CC4CE9}" type="parTrans" cxnId="{4EBDC555-3623-471C-AB27-E14507AFC200}">
      <dgm:prSet/>
      <dgm:spPr/>
      <dgm:t>
        <a:bodyPr/>
        <a:lstStyle/>
        <a:p>
          <a:endParaRPr lang="en-US" sz="2000"/>
        </a:p>
      </dgm:t>
    </dgm:pt>
    <dgm:pt modelId="{781BB0EC-EEBE-4637-911D-C06E22A78FFD}" type="sibTrans" cxnId="{4EBDC555-3623-471C-AB27-E14507AFC200}">
      <dgm:prSet/>
      <dgm:spPr/>
      <dgm:t>
        <a:bodyPr/>
        <a:lstStyle/>
        <a:p>
          <a:endParaRPr lang="en-US" sz="2000"/>
        </a:p>
      </dgm:t>
    </dgm:pt>
    <dgm:pt modelId="{1933A11B-1189-4D8E-A562-F233E0B17A62}">
      <dgm:prSet phldrT="[Text]" custT="1"/>
      <dgm:spPr/>
      <dgm:t>
        <a:bodyPr/>
        <a:lstStyle/>
        <a:p>
          <a:r>
            <a:rPr lang="en-US" sz="2800" b="1" dirty="0"/>
            <a:t>Algae treatment system</a:t>
          </a:r>
        </a:p>
      </dgm:t>
    </dgm:pt>
    <dgm:pt modelId="{B997FAEA-C763-426B-89D6-9C2FE02BC546}" type="parTrans" cxnId="{520CDC5E-CC0D-40FF-B040-FE20EA45AFEF}">
      <dgm:prSet/>
      <dgm:spPr/>
      <dgm:t>
        <a:bodyPr/>
        <a:lstStyle/>
        <a:p>
          <a:endParaRPr lang="en-US" sz="2000"/>
        </a:p>
      </dgm:t>
    </dgm:pt>
    <dgm:pt modelId="{C4FE3E77-D05D-4036-A3B7-58CD5F25883C}" type="sibTrans" cxnId="{520CDC5E-CC0D-40FF-B040-FE20EA45AFEF}">
      <dgm:prSet/>
      <dgm:spPr/>
      <dgm:t>
        <a:bodyPr/>
        <a:lstStyle/>
        <a:p>
          <a:endParaRPr lang="en-US" sz="2000"/>
        </a:p>
      </dgm:t>
    </dgm:pt>
    <dgm:pt modelId="{E3413F3B-56D6-43BD-9D41-3319B6C7DEAA}">
      <dgm:prSet phldrT="[Text]" custT="1"/>
      <dgm:spPr/>
      <dgm:t>
        <a:bodyPr/>
        <a:lstStyle/>
        <a:p>
          <a:r>
            <a:rPr lang="en-US" sz="2400" dirty="0"/>
            <a:t>Most of the sites use treatment system except IPPI/ HALDIA/ GIVL CP-2</a:t>
          </a:r>
        </a:p>
      </dgm:t>
    </dgm:pt>
    <dgm:pt modelId="{47F37241-F508-46B1-9C06-B837E5E7DDFE}" type="parTrans" cxnId="{630996C6-5EC3-4EC3-8CD7-AD90C63B9E1D}">
      <dgm:prSet/>
      <dgm:spPr/>
      <dgm:t>
        <a:bodyPr/>
        <a:lstStyle/>
        <a:p>
          <a:endParaRPr lang="en-US" sz="2000"/>
        </a:p>
      </dgm:t>
    </dgm:pt>
    <dgm:pt modelId="{68B09951-B5B7-45F1-AF6B-D74FC04691E6}" type="sibTrans" cxnId="{630996C6-5EC3-4EC3-8CD7-AD90C63B9E1D}">
      <dgm:prSet/>
      <dgm:spPr/>
      <dgm:t>
        <a:bodyPr/>
        <a:lstStyle/>
        <a:p>
          <a:endParaRPr lang="en-US" sz="2000"/>
        </a:p>
      </dgm:t>
    </dgm:pt>
    <dgm:pt modelId="{41DE31BF-4E59-4A6A-83D9-48579EA660E4}">
      <dgm:prSet phldrT="[Text]" custT="1"/>
      <dgm:spPr/>
      <dgm:t>
        <a:bodyPr/>
        <a:lstStyle/>
        <a:p>
          <a:r>
            <a: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</a:t>
          </a:r>
        </a:p>
      </dgm:t>
    </dgm:pt>
    <dgm:pt modelId="{9500919D-34A9-4657-A858-02ADED42F6C5}" type="parTrans" cxnId="{B54BF3BB-0AA4-4ED6-ABAF-465F50AC2D96}">
      <dgm:prSet/>
      <dgm:spPr/>
      <dgm:t>
        <a:bodyPr/>
        <a:lstStyle/>
        <a:p>
          <a:endParaRPr lang="en-US" sz="2000"/>
        </a:p>
      </dgm:t>
    </dgm:pt>
    <dgm:pt modelId="{843208EF-8C5A-4838-9960-FA49FC34441A}" type="sibTrans" cxnId="{B54BF3BB-0AA4-4ED6-ABAF-465F50AC2D96}">
      <dgm:prSet/>
      <dgm:spPr/>
      <dgm:t>
        <a:bodyPr/>
        <a:lstStyle/>
        <a:p>
          <a:endParaRPr lang="en-US" sz="2000"/>
        </a:p>
      </dgm:t>
    </dgm:pt>
    <dgm:pt modelId="{DA4F41E4-2C86-49D6-BF85-95CCCCCE6195}">
      <dgm:prSet phldrT="[Text]" custT="1"/>
      <dgm:spPr/>
      <dgm:t>
        <a:bodyPr/>
        <a:lstStyle/>
        <a:p>
          <a:r>
            <a:rPr lang="en-US" sz="2800" b="1" dirty="0"/>
            <a:t>Band filter</a:t>
          </a:r>
        </a:p>
      </dgm:t>
    </dgm:pt>
    <dgm:pt modelId="{DCFE4F38-9EBF-43EE-9C9B-60F72DAD4DC4}" type="parTrans" cxnId="{7B3B5BEE-4629-4652-B928-C74C581C9117}">
      <dgm:prSet/>
      <dgm:spPr/>
      <dgm:t>
        <a:bodyPr/>
        <a:lstStyle/>
        <a:p>
          <a:endParaRPr lang="en-US" sz="2000"/>
        </a:p>
      </dgm:t>
    </dgm:pt>
    <dgm:pt modelId="{54DF8403-50CC-40EE-B613-C08A96096A5A}" type="sibTrans" cxnId="{7B3B5BEE-4629-4652-B928-C74C581C9117}">
      <dgm:prSet/>
      <dgm:spPr/>
      <dgm:t>
        <a:bodyPr/>
        <a:lstStyle/>
        <a:p>
          <a:endParaRPr lang="en-US" sz="2000"/>
        </a:p>
      </dgm:t>
    </dgm:pt>
    <dgm:pt modelId="{4587EC71-9EAE-42EC-A9CE-168F319FB1F1}">
      <dgm:prSet phldrT="[Text]" custT="1"/>
      <dgm:spPr/>
      <dgm:t>
        <a:bodyPr/>
        <a:lstStyle/>
        <a:p>
          <a:r>
            <a:rPr lang="en-US" sz="2400" dirty="0"/>
            <a:t>Most of sites use 100% Polyester and 10-20µ size. </a:t>
          </a:r>
        </a:p>
      </dgm:t>
    </dgm:pt>
    <dgm:pt modelId="{3A6F2D1E-080F-47EB-8E84-5F400682819F}" type="parTrans" cxnId="{C80DAF41-3B5A-4A74-89C2-BEE1ED383195}">
      <dgm:prSet/>
      <dgm:spPr/>
      <dgm:t>
        <a:bodyPr/>
        <a:lstStyle/>
        <a:p>
          <a:endParaRPr lang="en-US" sz="2000"/>
        </a:p>
      </dgm:t>
    </dgm:pt>
    <dgm:pt modelId="{7776BEC5-E5F2-4246-B88A-74930CC4EDA7}" type="sibTrans" cxnId="{C80DAF41-3B5A-4A74-89C2-BEE1ED383195}">
      <dgm:prSet/>
      <dgm:spPr/>
      <dgm:t>
        <a:bodyPr/>
        <a:lstStyle/>
        <a:p>
          <a:endParaRPr lang="en-US" sz="2000"/>
        </a:p>
      </dgm:t>
    </dgm:pt>
    <dgm:pt modelId="{7A9E4332-5DF3-4366-B084-656131DEE025}">
      <dgm:prSet phldrT="[Text]" custT="1"/>
      <dgm:spPr/>
      <dgm:t>
        <a:bodyPr/>
        <a:lstStyle/>
        <a:p>
          <a:r>
            <a: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</a:t>
          </a:r>
        </a:p>
      </dgm:t>
    </dgm:pt>
    <dgm:pt modelId="{138E155A-72DD-44D7-9073-DF11B72DF4A0}" type="parTrans" cxnId="{8AF38D88-A1EB-4B33-86F0-CF40A5064EFE}">
      <dgm:prSet/>
      <dgm:spPr/>
      <dgm:t>
        <a:bodyPr/>
        <a:lstStyle/>
        <a:p>
          <a:endParaRPr lang="en-US" sz="2000"/>
        </a:p>
      </dgm:t>
    </dgm:pt>
    <dgm:pt modelId="{2E250AF8-8D66-461B-967B-DC8E611636CC}" type="sibTrans" cxnId="{8AF38D88-A1EB-4B33-86F0-CF40A5064EFE}">
      <dgm:prSet/>
      <dgm:spPr/>
      <dgm:t>
        <a:bodyPr/>
        <a:lstStyle/>
        <a:p>
          <a:endParaRPr lang="en-US" sz="2000"/>
        </a:p>
      </dgm:t>
    </dgm:pt>
    <dgm:pt modelId="{5C90164D-F6DD-4C5B-98E2-8D0C02D5F642}">
      <dgm:prSet phldrT="[Text]" custT="1"/>
      <dgm:spPr/>
      <dgm:t>
        <a:bodyPr/>
        <a:lstStyle/>
        <a:p>
          <a:r>
            <a: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Dryer type</a:t>
          </a:r>
        </a:p>
      </dgm:t>
    </dgm:pt>
    <dgm:pt modelId="{02450B2D-AB32-48F3-BE13-8E693CC28568}" type="parTrans" cxnId="{86EC5E47-5BBB-4019-AE58-EBCA58575B4F}">
      <dgm:prSet/>
      <dgm:spPr/>
      <dgm:t>
        <a:bodyPr/>
        <a:lstStyle/>
        <a:p>
          <a:endParaRPr lang="en-US" sz="2000"/>
        </a:p>
      </dgm:t>
    </dgm:pt>
    <dgm:pt modelId="{73AB0554-E1E9-41F3-8584-0A21E936D51F}" type="sibTrans" cxnId="{86EC5E47-5BBB-4019-AE58-EBCA58575B4F}">
      <dgm:prSet/>
      <dgm:spPr/>
      <dgm:t>
        <a:bodyPr/>
        <a:lstStyle/>
        <a:p>
          <a:endParaRPr lang="en-US" sz="2000"/>
        </a:p>
      </dgm:t>
    </dgm:pt>
    <dgm:pt modelId="{7B7526A2-F4B7-4E87-B501-9E40867A6A58}">
      <dgm:prSet phldrT="[Text]" custT="1"/>
      <dgm:spPr/>
      <dgm:t>
        <a:bodyPr/>
        <a:lstStyle/>
        <a:p>
          <a:r>
            <a:rPr lang="en-US" sz="2400" dirty="0"/>
            <a:t>Most of sites still use AERO LINE. Energy efficient Centro Dryer used at few sites.</a:t>
          </a:r>
        </a:p>
      </dgm:t>
    </dgm:pt>
    <dgm:pt modelId="{7990CBC1-9ECF-4D3E-8386-7941E8BEA60E}" type="parTrans" cxnId="{681F6A65-317B-4666-9316-70057884107E}">
      <dgm:prSet/>
      <dgm:spPr/>
      <dgm:t>
        <a:bodyPr/>
        <a:lstStyle/>
        <a:p>
          <a:endParaRPr lang="en-US" sz="2000"/>
        </a:p>
      </dgm:t>
    </dgm:pt>
    <dgm:pt modelId="{7DA94A9C-61A3-4918-AE7A-955852D0F751}" type="sibTrans" cxnId="{681F6A65-317B-4666-9316-70057884107E}">
      <dgm:prSet/>
      <dgm:spPr/>
      <dgm:t>
        <a:bodyPr/>
        <a:lstStyle/>
        <a:p>
          <a:endParaRPr lang="en-US" sz="2000"/>
        </a:p>
      </dgm:t>
    </dgm:pt>
    <dgm:pt modelId="{0547E056-57DF-4BE0-A82D-205D72D2CCA2}" type="pres">
      <dgm:prSet presAssocID="{6866460C-64FF-4FE6-924D-C6C442017E36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3149EE91-5547-4F2E-9A51-FCFF8110B962}" type="pres">
      <dgm:prSet presAssocID="{514FB296-7F08-4EE0-8DBC-F8C6170C1A73}" presName="composite" presStyleCnt="0"/>
      <dgm:spPr/>
    </dgm:pt>
    <dgm:pt modelId="{641B09B5-E6FF-4633-83F8-4224C51C5A56}" type="pres">
      <dgm:prSet presAssocID="{514FB296-7F08-4EE0-8DBC-F8C6170C1A73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25CC7E64-C1F7-4AF8-AE80-FDFA9C59E45E}" type="pres">
      <dgm:prSet presAssocID="{514FB296-7F08-4EE0-8DBC-F8C6170C1A73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</dgm:pt>
    <dgm:pt modelId="{6C8B7EB1-EC35-41F2-B3FA-02D8E90A0DDF}" type="pres">
      <dgm:prSet presAssocID="{514FB296-7F08-4EE0-8DBC-F8C6170C1A73}" presName="Accent" presStyleLbl="parChTrans1D1" presStyleIdx="0" presStyleCnt="3"/>
      <dgm:spPr/>
    </dgm:pt>
    <dgm:pt modelId="{5C6AF60F-30F4-4A1B-872A-5CD3D0867488}" type="pres">
      <dgm:prSet presAssocID="{514FB296-7F08-4EE0-8DBC-F8C6170C1A73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DBBC49B8-0907-473B-AD39-A7D85095575F}" type="pres">
      <dgm:prSet presAssocID="{781BB0EC-EEBE-4637-911D-C06E22A78FFD}" presName="sibTrans" presStyleCnt="0"/>
      <dgm:spPr/>
    </dgm:pt>
    <dgm:pt modelId="{A4593574-0AE1-4641-BD24-F97BE2DCA3D9}" type="pres">
      <dgm:prSet presAssocID="{41DE31BF-4E59-4A6A-83D9-48579EA660E4}" presName="composite" presStyleCnt="0"/>
      <dgm:spPr/>
    </dgm:pt>
    <dgm:pt modelId="{B03ACC28-2FC2-4396-9B9E-6FA8501187E1}" type="pres">
      <dgm:prSet presAssocID="{41DE31BF-4E59-4A6A-83D9-48579EA660E4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670D4FFF-27E6-4866-8ED0-828F3A81157B}" type="pres">
      <dgm:prSet presAssocID="{41DE31BF-4E59-4A6A-83D9-48579EA660E4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</dgm:pt>
    <dgm:pt modelId="{EA124690-51D9-4E18-A4BA-E717AA037516}" type="pres">
      <dgm:prSet presAssocID="{41DE31BF-4E59-4A6A-83D9-48579EA660E4}" presName="Accent" presStyleLbl="parChTrans1D1" presStyleIdx="1" presStyleCnt="3"/>
      <dgm:spPr/>
    </dgm:pt>
    <dgm:pt modelId="{1761F3D0-F96B-4BCA-9391-D8C8EC849FF6}" type="pres">
      <dgm:prSet presAssocID="{41DE31BF-4E59-4A6A-83D9-48579EA660E4}" presName="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B1623201-C044-4491-A51D-D6D2DF210597}" type="pres">
      <dgm:prSet presAssocID="{843208EF-8C5A-4838-9960-FA49FC34441A}" presName="sibTrans" presStyleCnt="0"/>
      <dgm:spPr/>
    </dgm:pt>
    <dgm:pt modelId="{470A405B-D7C5-4A6C-8F02-DCA7DD35EA66}" type="pres">
      <dgm:prSet presAssocID="{7A9E4332-5DF3-4366-B084-656131DEE025}" presName="composite" presStyleCnt="0"/>
      <dgm:spPr/>
    </dgm:pt>
    <dgm:pt modelId="{E5018B88-14F3-42DF-BA34-C57C4760FEF4}" type="pres">
      <dgm:prSet presAssocID="{7A9E4332-5DF3-4366-B084-656131DEE025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88668AAB-1A99-4A61-960E-E70023F75E7D}" type="pres">
      <dgm:prSet presAssocID="{7A9E4332-5DF3-4366-B084-656131DEE025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0C77F326-EBE9-4CAC-8BE5-7D529EA8CC8B}" type="pres">
      <dgm:prSet presAssocID="{7A9E4332-5DF3-4366-B084-656131DEE025}" presName="Accent" presStyleLbl="parChTrans1D1" presStyleIdx="2" presStyleCnt="3"/>
      <dgm:spPr/>
    </dgm:pt>
    <dgm:pt modelId="{C344E06E-218E-46E9-8D65-C5308718763E}" type="pres">
      <dgm:prSet presAssocID="{7A9E4332-5DF3-4366-B084-656131DEE025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520CDC5E-CC0D-40FF-B040-FE20EA45AFEF}" srcId="{514FB296-7F08-4EE0-8DBC-F8C6170C1A73}" destId="{1933A11B-1189-4D8E-A562-F233E0B17A62}" srcOrd="0" destOrd="0" parTransId="{B997FAEA-C763-426B-89D6-9C2FE02BC546}" sibTransId="{C4FE3E77-D05D-4036-A3B7-58CD5F25883C}"/>
    <dgm:cxn modelId="{C80DAF41-3B5A-4A74-89C2-BEE1ED383195}" srcId="{41DE31BF-4E59-4A6A-83D9-48579EA660E4}" destId="{4587EC71-9EAE-42EC-A9CE-168F319FB1F1}" srcOrd="1" destOrd="0" parTransId="{3A6F2D1E-080F-47EB-8E84-5F400682819F}" sibTransId="{7776BEC5-E5F2-4246-B88A-74930CC4EDA7}"/>
    <dgm:cxn modelId="{681F6A65-317B-4666-9316-70057884107E}" srcId="{7A9E4332-5DF3-4366-B084-656131DEE025}" destId="{7B7526A2-F4B7-4E87-B501-9E40867A6A58}" srcOrd="1" destOrd="0" parTransId="{7990CBC1-9ECF-4D3E-8386-7941E8BEA60E}" sibTransId="{7DA94A9C-61A3-4918-AE7A-955852D0F751}"/>
    <dgm:cxn modelId="{86EC5E47-5BBB-4019-AE58-EBCA58575B4F}" srcId="{7A9E4332-5DF3-4366-B084-656131DEE025}" destId="{5C90164D-F6DD-4C5B-98E2-8D0C02D5F642}" srcOrd="0" destOrd="0" parTransId="{02450B2D-AB32-48F3-BE13-8E693CC28568}" sibTransId="{73AB0554-E1E9-41F3-8584-0A21E936D51F}"/>
    <dgm:cxn modelId="{95002A48-36C1-4234-91C0-253ADBF3188E}" type="presOf" srcId="{5C90164D-F6DD-4C5B-98E2-8D0C02D5F642}" destId="{E5018B88-14F3-42DF-BA34-C57C4760FEF4}" srcOrd="0" destOrd="0" presId="urn:microsoft.com/office/officeart/2011/layout/TabList"/>
    <dgm:cxn modelId="{CFDBFD6B-0CC9-445D-9766-6BE598AF477B}" type="presOf" srcId="{41DE31BF-4E59-4A6A-83D9-48579EA660E4}" destId="{670D4FFF-27E6-4866-8ED0-828F3A81157B}" srcOrd="0" destOrd="0" presId="urn:microsoft.com/office/officeart/2011/layout/TabList"/>
    <dgm:cxn modelId="{8A74BA4C-C683-4B03-B8BE-12B9CFBC9C64}" type="presOf" srcId="{4587EC71-9EAE-42EC-A9CE-168F319FB1F1}" destId="{1761F3D0-F96B-4BCA-9391-D8C8EC849FF6}" srcOrd="0" destOrd="0" presId="urn:microsoft.com/office/officeart/2011/layout/TabList"/>
    <dgm:cxn modelId="{AFB9C953-E6CC-4F72-A97B-3AB424D2F681}" type="presOf" srcId="{514FB296-7F08-4EE0-8DBC-F8C6170C1A73}" destId="{25CC7E64-C1F7-4AF8-AE80-FDFA9C59E45E}" srcOrd="0" destOrd="0" presId="urn:microsoft.com/office/officeart/2011/layout/TabList"/>
    <dgm:cxn modelId="{4EBDC555-3623-471C-AB27-E14507AFC200}" srcId="{6866460C-64FF-4FE6-924D-C6C442017E36}" destId="{514FB296-7F08-4EE0-8DBC-F8C6170C1A73}" srcOrd="0" destOrd="0" parTransId="{3D828A10-BEAA-4DF4-993E-C1DB69CC4CE9}" sibTransId="{781BB0EC-EEBE-4637-911D-C06E22A78FFD}"/>
    <dgm:cxn modelId="{86E85E59-7613-4FD7-BDA1-148524526CC2}" type="presOf" srcId="{7A9E4332-5DF3-4366-B084-656131DEE025}" destId="{88668AAB-1A99-4A61-960E-E70023F75E7D}" srcOrd="0" destOrd="0" presId="urn:microsoft.com/office/officeart/2011/layout/TabList"/>
    <dgm:cxn modelId="{8AF38D88-A1EB-4B33-86F0-CF40A5064EFE}" srcId="{6866460C-64FF-4FE6-924D-C6C442017E36}" destId="{7A9E4332-5DF3-4366-B084-656131DEE025}" srcOrd="2" destOrd="0" parTransId="{138E155A-72DD-44D7-9073-DF11B72DF4A0}" sibTransId="{2E250AF8-8D66-461B-967B-DC8E611636CC}"/>
    <dgm:cxn modelId="{0F2A4C9D-15C6-46B7-9AF7-C3EECD8B0E15}" type="presOf" srcId="{DA4F41E4-2C86-49D6-BF85-95CCCCCE6195}" destId="{B03ACC28-2FC2-4396-9B9E-6FA8501187E1}" srcOrd="0" destOrd="0" presId="urn:microsoft.com/office/officeart/2011/layout/TabList"/>
    <dgm:cxn modelId="{BE62C9A7-7411-42DA-AB1B-59CB28479A68}" type="presOf" srcId="{6866460C-64FF-4FE6-924D-C6C442017E36}" destId="{0547E056-57DF-4BE0-A82D-205D72D2CCA2}" srcOrd="0" destOrd="0" presId="urn:microsoft.com/office/officeart/2011/layout/TabList"/>
    <dgm:cxn modelId="{58F7EFA9-B50F-4196-B555-0ED72EC55CC6}" type="presOf" srcId="{7B7526A2-F4B7-4E87-B501-9E40867A6A58}" destId="{C344E06E-218E-46E9-8D65-C5308718763E}" srcOrd="0" destOrd="0" presId="urn:microsoft.com/office/officeart/2011/layout/TabList"/>
    <dgm:cxn modelId="{95F571B5-7FCD-4564-BC49-0366126E0116}" type="presOf" srcId="{E3413F3B-56D6-43BD-9D41-3319B6C7DEAA}" destId="{5C6AF60F-30F4-4A1B-872A-5CD3D0867488}" srcOrd="0" destOrd="0" presId="urn:microsoft.com/office/officeart/2011/layout/TabList"/>
    <dgm:cxn modelId="{B54BF3BB-0AA4-4ED6-ABAF-465F50AC2D96}" srcId="{6866460C-64FF-4FE6-924D-C6C442017E36}" destId="{41DE31BF-4E59-4A6A-83D9-48579EA660E4}" srcOrd="1" destOrd="0" parTransId="{9500919D-34A9-4657-A858-02ADED42F6C5}" sibTransId="{843208EF-8C5A-4838-9960-FA49FC34441A}"/>
    <dgm:cxn modelId="{630996C6-5EC3-4EC3-8CD7-AD90C63B9E1D}" srcId="{514FB296-7F08-4EE0-8DBC-F8C6170C1A73}" destId="{E3413F3B-56D6-43BD-9D41-3319B6C7DEAA}" srcOrd="1" destOrd="0" parTransId="{47F37241-F508-46B1-9C06-B837E5E7DDFE}" sibTransId="{68B09951-B5B7-45F1-AF6B-D74FC04691E6}"/>
    <dgm:cxn modelId="{AF2685D1-BF33-4CCB-8EB0-7781E0881AFD}" type="presOf" srcId="{1933A11B-1189-4D8E-A562-F233E0B17A62}" destId="{641B09B5-E6FF-4633-83F8-4224C51C5A56}" srcOrd="0" destOrd="0" presId="urn:microsoft.com/office/officeart/2011/layout/TabList"/>
    <dgm:cxn modelId="{7B3B5BEE-4629-4652-B928-C74C581C9117}" srcId="{41DE31BF-4E59-4A6A-83D9-48579EA660E4}" destId="{DA4F41E4-2C86-49D6-BF85-95CCCCCE6195}" srcOrd="0" destOrd="0" parTransId="{DCFE4F38-9EBF-43EE-9C9B-60F72DAD4DC4}" sibTransId="{54DF8403-50CC-40EE-B613-C08A96096A5A}"/>
    <dgm:cxn modelId="{F1F58284-948E-427A-8CF4-C02032327D3C}" type="presParOf" srcId="{0547E056-57DF-4BE0-A82D-205D72D2CCA2}" destId="{3149EE91-5547-4F2E-9A51-FCFF8110B962}" srcOrd="0" destOrd="0" presId="urn:microsoft.com/office/officeart/2011/layout/TabList"/>
    <dgm:cxn modelId="{1411B1BB-20A0-4137-98F0-2AB954A2820B}" type="presParOf" srcId="{3149EE91-5547-4F2E-9A51-FCFF8110B962}" destId="{641B09B5-E6FF-4633-83F8-4224C51C5A56}" srcOrd="0" destOrd="0" presId="urn:microsoft.com/office/officeart/2011/layout/TabList"/>
    <dgm:cxn modelId="{DEADF536-AB6A-4037-B808-DCCC5B2E469E}" type="presParOf" srcId="{3149EE91-5547-4F2E-9A51-FCFF8110B962}" destId="{25CC7E64-C1F7-4AF8-AE80-FDFA9C59E45E}" srcOrd="1" destOrd="0" presId="urn:microsoft.com/office/officeart/2011/layout/TabList"/>
    <dgm:cxn modelId="{BF03B211-9D27-4557-8F76-E3125BE19005}" type="presParOf" srcId="{3149EE91-5547-4F2E-9A51-FCFF8110B962}" destId="{6C8B7EB1-EC35-41F2-B3FA-02D8E90A0DDF}" srcOrd="2" destOrd="0" presId="urn:microsoft.com/office/officeart/2011/layout/TabList"/>
    <dgm:cxn modelId="{D66ACB74-473F-4796-AB65-0059DBA86170}" type="presParOf" srcId="{0547E056-57DF-4BE0-A82D-205D72D2CCA2}" destId="{5C6AF60F-30F4-4A1B-872A-5CD3D0867488}" srcOrd="1" destOrd="0" presId="urn:microsoft.com/office/officeart/2011/layout/TabList"/>
    <dgm:cxn modelId="{C341A6E7-9BE2-4F6A-A21C-894C08C6B60F}" type="presParOf" srcId="{0547E056-57DF-4BE0-A82D-205D72D2CCA2}" destId="{DBBC49B8-0907-473B-AD39-A7D85095575F}" srcOrd="2" destOrd="0" presId="urn:microsoft.com/office/officeart/2011/layout/TabList"/>
    <dgm:cxn modelId="{8F798137-8F9E-47C2-B345-2AF906F6F164}" type="presParOf" srcId="{0547E056-57DF-4BE0-A82D-205D72D2CCA2}" destId="{A4593574-0AE1-4641-BD24-F97BE2DCA3D9}" srcOrd="3" destOrd="0" presId="urn:microsoft.com/office/officeart/2011/layout/TabList"/>
    <dgm:cxn modelId="{0714F06C-838D-439B-9D02-167D4F3B4FC1}" type="presParOf" srcId="{A4593574-0AE1-4641-BD24-F97BE2DCA3D9}" destId="{B03ACC28-2FC2-4396-9B9E-6FA8501187E1}" srcOrd="0" destOrd="0" presId="urn:microsoft.com/office/officeart/2011/layout/TabList"/>
    <dgm:cxn modelId="{09FA0201-DE2A-4E78-AE4E-5ECF6F896584}" type="presParOf" srcId="{A4593574-0AE1-4641-BD24-F97BE2DCA3D9}" destId="{670D4FFF-27E6-4866-8ED0-828F3A81157B}" srcOrd="1" destOrd="0" presId="urn:microsoft.com/office/officeart/2011/layout/TabList"/>
    <dgm:cxn modelId="{2C1C00A7-68D1-444F-9F2A-E92EECF0DA2C}" type="presParOf" srcId="{A4593574-0AE1-4641-BD24-F97BE2DCA3D9}" destId="{EA124690-51D9-4E18-A4BA-E717AA037516}" srcOrd="2" destOrd="0" presId="urn:microsoft.com/office/officeart/2011/layout/TabList"/>
    <dgm:cxn modelId="{004B0406-819E-4A30-AC8A-F0A0A3121712}" type="presParOf" srcId="{0547E056-57DF-4BE0-A82D-205D72D2CCA2}" destId="{1761F3D0-F96B-4BCA-9391-D8C8EC849FF6}" srcOrd="4" destOrd="0" presId="urn:microsoft.com/office/officeart/2011/layout/TabList"/>
    <dgm:cxn modelId="{A9471F26-A3F6-40FD-9FCC-29F6A536F8B9}" type="presParOf" srcId="{0547E056-57DF-4BE0-A82D-205D72D2CCA2}" destId="{B1623201-C044-4491-A51D-D6D2DF210597}" srcOrd="5" destOrd="0" presId="urn:microsoft.com/office/officeart/2011/layout/TabList"/>
    <dgm:cxn modelId="{80D6CCA7-A632-4053-9D47-54D0573781BC}" type="presParOf" srcId="{0547E056-57DF-4BE0-A82D-205D72D2CCA2}" destId="{470A405B-D7C5-4A6C-8F02-DCA7DD35EA66}" srcOrd="6" destOrd="0" presId="urn:microsoft.com/office/officeart/2011/layout/TabList"/>
    <dgm:cxn modelId="{56D619DB-A902-4A8A-A629-97986138320E}" type="presParOf" srcId="{470A405B-D7C5-4A6C-8F02-DCA7DD35EA66}" destId="{E5018B88-14F3-42DF-BA34-C57C4760FEF4}" srcOrd="0" destOrd="0" presId="urn:microsoft.com/office/officeart/2011/layout/TabList"/>
    <dgm:cxn modelId="{7D4382C8-8B9C-4D86-AFF9-C57B74AA2D77}" type="presParOf" srcId="{470A405B-D7C5-4A6C-8F02-DCA7DD35EA66}" destId="{88668AAB-1A99-4A61-960E-E70023F75E7D}" srcOrd="1" destOrd="0" presId="urn:microsoft.com/office/officeart/2011/layout/TabList"/>
    <dgm:cxn modelId="{B8E00632-583F-4C05-9B6E-C77A559E7CAD}" type="presParOf" srcId="{470A405B-D7C5-4A6C-8F02-DCA7DD35EA66}" destId="{0C77F326-EBE9-4CAC-8BE5-7D529EA8CC8B}" srcOrd="2" destOrd="0" presId="urn:microsoft.com/office/officeart/2011/layout/TabList"/>
    <dgm:cxn modelId="{88211D88-3DA8-4E14-8C56-71E95BA8E4FA}" type="presParOf" srcId="{0547E056-57DF-4BE0-A82D-205D72D2CCA2}" destId="{C344E06E-218E-46E9-8D65-C5308718763E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866460C-64FF-4FE6-924D-C6C442017E36}" type="doc">
      <dgm:prSet loTypeId="urn:microsoft.com/office/officeart/2011/layout/TabList" loCatId="list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514FB296-7F08-4EE0-8DBC-F8C6170C1A73}">
      <dgm:prSet phldrT="[Text]" custT="1"/>
      <dgm:spPr/>
      <dgm:t>
        <a:bodyPr/>
        <a:lstStyle/>
        <a:p>
          <a:r>
            <a: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4</a:t>
          </a:r>
        </a:p>
      </dgm:t>
    </dgm:pt>
    <dgm:pt modelId="{3D828A10-BEAA-4DF4-993E-C1DB69CC4CE9}" type="parTrans" cxnId="{4EBDC555-3623-471C-AB27-E14507AFC200}">
      <dgm:prSet/>
      <dgm:spPr/>
      <dgm:t>
        <a:bodyPr/>
        <a:lstStyle/>
        <a:p>
          <a:endParaRPr lang="en-US" sz="2000"/>
        </a:p>
      </dgm:t>
    </dgm:pt>
    <dgm:pt modelId="{781BB0EC-EEBE-4637-911D-C06E22A78FFD}" type="sibTrans" cxnId="{4EBDC555-3623-471C-AB27-E14507AFC200}">
      <dgm:prSet/>
      <dgm:spPr/>
      <dgm:t>
        <a:bodyPr/>
        <a:lstStyle/>
        <a:p>
          <a:endParaRPr lang="en-US" sz="2000"/>
        </a:p>
      </dgm:t>
    </dgm:pt>
    <dgm:pt modelId="{1933A11B-1189-4D8E-A562-F233E0B17A62}">
      <dgm:prSet phldrT="[Text]" custT="1"/>
      <dgm:spPr/>
      <dgm:t>
        <a:bodyPr/>
        <a:lstStyle/>
        <a:p>
          <a:r>
            <a:rPr lang="en-US" sz="2800" b="1" dirty="0"/>
            <a:t>Maintenance frequency</a:t>
          </a:r>
          <a:r>
            <a:rPr lang="en-US" sz="2000" b="1" dirty="0"/>
            <a:t>( LOT OF VARIATIONS SEEN )</a:t>
          </a:r>
          <a:endParaRPr lang="en-US" sz="2800" b="1" dirty="0"/>
        </a:p>
      </dgm:t>
    </dgm:pt>
    <dgm:pt modelId="{B997FAEA-C763-426B-89D6-9C2FE02BC546}" type="parTrans" cxnId="{520CDC5E-CC0D-40FF-B040-FE20EA45AFEF}">
      <dgm:prSet/>
      <dgm:spPr/>
      <dgm:t>
        <a:bodyPr/>
        <a:lstStyle/>
        <a:p>
          <a:endParaRPr lang="en-US" sz="2000"/>
        </a:p>
      </dgm:t>
    </dgm:pt>
    <dgm:pt modelId="{C4FE3E77-D05D-4036-A3B7-58CD5F25883C}" type="sibTrans" cxnId="{520CDC5E-CC0D-40FF-B040-FE20EA45AFEF}">
      <dgm:prSet/>
      <dgm:spPr/>
      <dgm:t>
        <a:bodyPr/>
        <a:lstStyle/>
        <a:p>
          <a:endParaRPr lang="en-US" sz="2000"/>
        </a:p>
      </dgm:t>
    </dgm:pt>
    <dgm:pt modelId="{E3413F3B-56D6-43BD-9D41-3319B6C7DEAA}">
      <dgm:prSet phldrT="[Text]" custT="1"/>
      <dgm:spPr/>
      <dgm:t>
        <a:bodyPr/>
        <a:lstStyle/>
        <a:p>
          <a:r>
            <a:rPr lang="en-US" sz="2400" dirty="0"/>
            <a:t>USG 600</a:t>
          </a:r>
        </a:p>
      </dgm:t>
    </dgm:pt>
    <dgm:pt modelId="{47F37241-F508-46B1-9C06-B837E5E7DDFE}" type="parTrans" cxnId="{630996C6-5EC3-4EC3-8CD7-AD90C63B9E1D}">
      <dgm:prSet/>
      <dgm:spPr/>
      <dgm:t>
        <a:bodyPr/>
        <a:lstStyle/>
        <a:p>
          <a:endParaRPr lang="en-US" sz="2000"/>
        </a:p>
      </dgm:t>
    </dgm:pt>
    <dgm:pt modelId="{68B09951-B5B7-45F1-AF6B-D74FC04691E6}" type="sibTrans" cxnId="{630996C6-5EC3-4EC3-8CD7-AD90C63B9E1D}">
      <dgm:prSet/>
      <dgm:spPr/>
      <dgm:t>
        <a:bodyPr/>
        <a:lstStyle/>
        <a:p>
          <a:endParaRPr lang="en-US" sz="2000"/>
        </a:p>
      </dgm:t>
    </dgm:pt>
    <dgm:pt modelId="{50B07871-DAFC-41F6-9A1A-B350F7BDCD80}">
      <dgm:prSet phldrT="[Text]" custT="1"/>
      <dgm:spPr/>
      <dgm:t>
        <a:bodyPr/>
        <a:lstStyle/>
        <a:p>
          <a:endParaRPr lang="en-US" sz="2400" dirty="0"/>
        </a:p>
      </dgm:t>
    </dgm:pt>
    <dgm:pt modelId="{9EBD6E90-9187-4562-BBFB-0573FAFDA603}" type="parTrans" cxnId="{2B2DD5D6-42C2-4F28-A330-9C59821A818D}">
      <dgm:prSet/>
      <dgm:spPr/>
      <dgm:t>
        <a:bodyPr/>
        <a:lstStyle/>
        <a:p>
          <a:endParaRPr lang="en-US"/>
        </a:p>
      </dgm:t>
    </dgm:pt>
    <dgm:pt modelId="{05751213-98D7-4D09-AC1D-75429C54062A}" type="sibTrans" cxnId="{2B2DD5D6-42C2-4F28-A330-9C59821A818D}">
      <dgm:prSet/>
      <dgm:spPr/>
      <dgm:t>
        <a:bodyPr/>
        <a:lstStyle/>
        <a:p>
          <a:endParaRPr lang="en-US"/>
        </a:p>
      </dgm:t>
    </dgm:pt>
    <dgm:pt modelId="{7F4C9F9C-EDEA-4DED-B2DB-FDDEF4BCADBA}">
      <dgm:prSet phldrT="[Text]" custT="1"/>
      <dgm:spPr/>
      <dgm:t>
        <a:bodyPr/>
        <a:lstStyle/>
        <a:p>
          <a:endParaRPr lang="en-US" sz="2400" dirty="0"/>
        </a:p>
      </dgm:t>
    </dgm:pt>
    <dgm:pt modelId="{015D93AA-113E-43A7-B276-C8298DF8F7DC}" type="parTrans" cxnId="{21E1F172-5620-4B46-9EE7-4F29C0C88ED4}">
      <dgm:prSet/>
      <dgm:spPr/>
      <dgm:t>
        <a:bodyPr/>
        <a:lstStyle/>
        <a:p>
          <a:endParaRPr lang="en-US"/>
        </a:p>
      </dgm:t>
    </dgm:pt>
    <dgm:pt modelId="{95AD2C18-ACD7-4BB0-996E-E738421ED5E4}" type="sibTrans" cxnId="{21E1F172-5620-4B46-9EE7-4F29C0C88ED4}">
      <dgm:prSet/>
      <dgm:spPr/>
      <dgm:t>
        <a:bodyPr/>
        <a:lstStyle/>
        <a:p>
          <a:endParaRPr lang="en-US"/>
        </a:p>
      </dgm:t>
    </dgm:pt>
    <dgm:pt modelId="{48F69A49-986F-41AC-AFE3-5DB38295775B}">
      <dgm:prSet phldrT="[Text]" custT="1"/>
      <dgm:spPr/>
      <dgm:t>
        <a:bodyPr/>
        <a:lstStyle/>
        <a:p>
          <a:endParaRPr lang="en-US" sz="2400" dirty="0"/>
        </a:p>
      </dgm:t>
    </dgm:pt>
    <dgm:pt modelId="{D3DE8CBB-AE57-43D1-802D-506283F335E3}" type="parTrans" cxnId="{AD4389B2-A469-4DDC-AAB7-0CAD6CEAE8F7}">
      <dgm:prSet/>
      <dgm:spPr/>
      <dgm:t>
        <a:bodyPr/>
        <a:lstStyle/>
        <a:p>
          <a:endParaRPr lang="en-US"/>
        </a:p>
      </dgm:t>
    </dgm:pt>
    <dgm:pt modelId="{13A4BB38-7742-462F-9F11-D64EBC6793CD}" type="sibTrans" cxnId="{AD4389B2-A469-4DDC-AAB7-0CAD6CEAE8F7}">
      <dgm:prSet/>
      <dgm:spPr/>
      <dgm:t>
        <a:bodyPr/>
        <a:lstStyle/>
        <a:p>
          <a:endParaRPr lang="en-US"/>
        </a:p>
      </dgm:t>
    </dgm:pt>
    <dgm:pt modelId="{F906D0AA-2CFC-4285-86D8-AE254EE9ED92}">
      <dgm:prSet phldrT="[Text]" custT="1"/>
      <dgm:spPr/>
      <dgm:t>
        <a:bodyPr/>
        <a:lstStyle/>
        <a:p>
          <a:endParaRPr lang="en-US" sz="2400" dirty="0"/>
        </a:p>
      </dgm:t>
    </dgm:pt>
    <dgm:pt modelId="{B6EF0015-EE0F-4210-8162-35474AC2CF22}" type="parTrans" cxnId="{1C397F93-1EFA-421E-8D8B-D0F706F33569}">
      <dgm:prSet/>
      <dgm:spPr/>
      <dgm:t>
        <a:bodyPr/>
        <a:lstStyle/>
        <a:p>
          <a:endParaRPr lang="en-US"/>
        </a:p>
      </dgm:t>
    </dgm:pt>
    <dgm:pt modelId="{7FA28D9C-BCAB-4E59-8FEE-D4FF1F6C57ED}" type="sibTrans" cxnId="{1C397F93-1EFA-421E-8D8B-D0F706F33569}">
      <dgm:prSet/>
      <dgm:spPr/>
      <dgm:t>
        <a:bodyPr/>
        <a:lstStyle/>
        <a:p>
          <a:endParaRPr lang="en-US"/>
        </a:p>
      </dgm:t>
    </dgm:pt>
    <dgm:pt modelId="{56949B0C-4FEE-480E-8F9B-2A47BC79CE46}">
      <dgm:prSet phldrT="[Text]" custT="1"/>
      <dgm:spPr/>
      <dgm:t>
        <a:bodyPr/>
        <a:lstStyle/>
        <a:p>
          <a:endParaRPr lang="en-US" sz="2400" dirty="0"/>
        </a:p>
      </dgm:t>
    </dgm:pt>
    <dgm:pt modelId="{961B20B0-5C53-48BB-A1EF-D9109BB366FE}" type="parTrans" cxnId="{FF0E3639-AA7D-40B1-9A48-277CC0739916}">
      <dgm:prSet/>
      <dgm:spPr/>
      <dgm:t>
        <a:bodyPr/>
        <a:lstStyle/>
        <a:p>
          <a:endParaRPr lang="en-US"/>
        </a:p>
      </dgm:t>
    </dgm:pt>
    <dgm:pt modelId="{0D683188-41DA-489E-ADB2-000DA071EAD8}" type="sibTrans" cxnId="{FF0E3639-AA7D-40B1-9A48-277CC0739916}">
      <dgm:prSet/>
      <dgm:spPr/>
      <dgm:t>
        <a:bodyPr/>
        <a:lstStyle/>
        <a:p>
          <a:endParaRPr lang="en-US"/>
        </a:p>
      </dgm:t>
    </dgm:pt>
    <dgm:pt modelId="{A6314793-FEEA-46BE-9F78-246F33DB18A1}">
      <dgm:prSet phldrT="[Text]" custT="1"/>
      <dgm:spPr/>
      <dgm:t>
        <a:bodyPr/>
        <a:lstStyle/>
        <a:p>
          <a:r>
            <a:rPr lang="en-US" sz="2400" dirty="0"/>
            <a:t>USG 900</a:t>
          </a:r>
        </a:p>
      </dgm:t>
    </dgm:pt>
    <dgm:pt modelId="{C366F826-7B41-4291-A73D-39D6A53C7488}" type="parTrans" cxnId="{E94B9EEE-696B-4AED-B36B-B15B69AE118D}">
      <dgm:prSet/>
      <dgm:spPr/>
      <dgm:t>
        <a:bodyPr/>
        <a:lstStyle/>
        <a:p>
          <a:endParaRPr lang="en-US"/>
        </a:p>
      </dgm:t>
    </dgm:pt>
    <dgm:pt modelId="{38179520-5D2B-43FF-83B2-7E80485EF187}" type="sibTrans" cxnId="{E94B9EEE-696B-4AED-B36B-B15B69AE118D}">
      <dgm:prSet/>
      <dgm:spPr/>
      <dgm:t>
        <a:bodyPr/>
        <a:lstStyle/>
        <a:p>
          <a:endParaRPr lang="en-US"/>
        </a:p>
      </dgm:t>
    </dgm:pt>
    <dgm:pt modelId="{0547E056-57DF-4BE0-A82D-205D72D2CCA2}" type="pres">
      <dgm:prSet presAssocID="{6866460C-64FF-4FE6-924D-C6C442017E36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3149EE91-5547-4F2E-9A51-FCFF8110B962}" type="pres">
      <dgm:prSet presAssocID="{514FB296-7F08-4EE0-8DBC-F8C6170C1A73}" presName="composite" presStyleCnt="0"/>
      <dgm:spPr/>
    </dgm:pt>
    <dgm:pt modelId="{641B09B5-E6FF-4633-83F8-4224C51C5A56}" type="pres">
      <dgm:prSet presAssocID="{514FB296-7F08-4EE0-8DBC-F8C6170C1A73}" presName="FirstChild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25CC7E64-C1F7-4AF8-AE80-FDFA9C59E45E}" type="pres">
      <dgm:prSet presAssocID="{514FB296-7F08-4EE0-8DBC-F8C6170C1A73}" presName="Parent" presStyleLbl="alignNode1" presStyleIdx="0" presStyleCnt="1">
        <dgm:presLayoutVars>
          <dgm:chMax val="3"/>
          <dgm:chPref val="3"/>
          <dgm:bulletEnabled val="1"/>
        </dgm:presLayoutVars>
      </dgm:prSet>
      <dgm:spPr/>
    </dgm:pt>
    <dgm:pt modelId="{6C8B7EB1-EC35-41F2-B3FA-02D8E90A0DDF}" type="pres">
      <dgm:prSet presAssocID="{514FB296-7F08-4EE0-8DBC-F8C6170C1A73}" presName="Accent" presStyleLbl="parChTrans1D1" presStyleIdx="0" presStyleCnt="1"/>
      <dgm:spPr/>
    </dgm:pt>
    <dgm:pt modelId="{5C6AF60F-30F4-4A1B-872A-5CD3D0867488}" type="pres">
      <dgm:prSet presAssocID="{514FB296-7F08-4EE0-8DBC-F8C6170C1A73}" presName="Child" presStyleLbl="revTx" presStyleIdx="1" presStyleCnt="2" custScaleY="200251">
        <dgm:presLayoutVars>
          <dgm:chMax val="0"/>
          <dgm:chPref val="0"/>
          <dgm:bulletEnabled val="1"/>
        </dgm:presLayoutVars>
      </dgm:prSet>
      <dgm:spPr/>
    </dgm:pt>
  </dgm:ptLst>
  <dgm:cxnLst>
    <dgm:cxn modelId="{5294E618-393E-41E9-8C80-7040DDC82C1F}" type="presOf" srcId="{A6314793-FEEA-46BE-9F78-246F33DB18A1}" destId="{5C6AF60F-30F4-4A1B-872A-5CD3D0867488}" srcOrd="0" destOrd="6" presId="urn:microsoft.com/office/officeart/2011/layout/TabList"/>
    <dgm:cxn modelId="{FF0E3639-AA7D-40B1-9A48-277CC0739916}" srcId="{514FB296-7F08-4EE0-8DBC-F8C6170C1A73}" destId="{56949B0C-4FEE-480E-8F9B-2A47BC79CE46}" srcOrd="5" destOrd="0" parTransId="{961B20B0-5C53-48BB-A1EF-D9109BB366FE}" sibTransId="{0D683188-41DA-489E-ADB2-000DA071EAD8}"/>
    <dgm:cxn modelId="{520CDC5E-CC0D-40FF-B040-FE20EA45AFEF}" srcId="{514FB296-7F08-4EE0-8DBC-F8C6170C1A73}" destId="{1933A11B-1189-4D8E-A562-F233E0B17A62}" srcOrd="0" destOrd="0" parTransId="{B997FAEA-C763-426B-89D6-9C2FE02BC546}" sibTransId="{C4FE3E77-D05D-4036-A3B7-58CD5F25883C}"/>
    <dgm:cxn modelId="{21E1F172-5620-4B46-9EE7-4F29C0C88ED4}" srcId="{514FB296-7F08-4EE0-8DBC-F8C6170C1A73}" destId="{7F4C9F9C-EDEA-4DED-B2DB-FDDEF4BCADBA}" srcOrd="3" destOrd="0" parTransId="{015D93AA-113E-43A7-B276-C8298DF8F7DC}" sibTransId="{95AD2C18-ACD7-4BB0-996E-E738421ED5E4}"/>
    <dgm:cxn modelId="{AFB9C953-E6CC-4F72-A97B-3AB424D2F681}" type="presOf" srcId="{514FB296-7F08-4EE0-8DBC-F8C6170C1A73}" destId="{25CC7E64-C1F7-4AF8-AE80-FDFA9C59E45E}" srcOrd="0" destOrd="0" presId="urn:microsoft.com/office/officeart/2011/layout/TabList"/>
    <dgm:cxn modelId="{4EBDC555-3623-471C-AB27-E14507AFC200}" srcId="{6866460C-64FF-4FE6-924D-C6C442017E36}" destId="{514FB296-7F08-4EE0-8DBC-F8C6170C1A73}" srcOrd="0" destOrd="0" parTransId="{3D828A10-BEAA-4DF4-993E-C1DB69CC4CE9}" sibTransId="{781BB0EC-EEBE-4637-911D-C06E22A78FFD}"/>
    <dgm:cxn modelId="{2C108983-F18F-4740-866C-2E5DF06A0A0E}" type="presOf" srcId="{48F69A49-986F-41AC-AFE3-5DB38295775B}" destId="{5C6AF60F-30F4-4A1B-872A-5CD3D0867488}" srcOrd="0" destOrd="3" presId="urn:microsoft.com/office/officeart/2011/layout/TabList"/>
    <dgm:cxn modelId="{1C397F93-1EFA-421E-8D8B-D0F706F33569}" srcId="{514FB296-7F08-4EE0-8DBC-F8C6170C1A73}" destId="{F906D0AA-2CFC-4285-86D8-AE254EE9ED92}" srcOrd="6" destOrd="0" parTransId="{B6EF0015-EE0F-4210-8162-35474AC2CF22}" sibTransId="{7FA28D9C-BCAB-4E59-8FEE-D4FF1F6C57ED}"/>
    <dgm:cxn modelId="{17CFF0A5-1E64-4093-BD0B-E99F85ADC591}" type="presOf" srcId="{7F4C9F9C-EDEA-4DED-B2DB-FDDEF4BCADBA}" destId="{5C6AF60F-30F4-4A1B-872A-5CD3D0867488}" srcOrd="0" destOrd="2" presId="urn:microsoft.com/office/officeart/2011/layout/TabList"/>
    <dgm:cxn modelId="{BE62C9A7-7411-42DA-AB1B-59CB28479A68}" type="presOf" srcId="{6866460C-64FF-4FE6-924D-C6C442017E36}" destId="{0547E056-57DF-4BE0-A82D-205D72D2CCA2}" srcOrd="0" destOrd="0" presId="urn:microsoft.com/office/officeart/2011/layout/TabList"/>
    <dgm:cxn modelId="{AD4389B2-A469-4DDC-AAB7-0CAD6CEAE8F7}" srcId="{514FB296-7F08-4EE0-8DBC-F8C6170C1A73}" destId="{48F69A49-986F-41AC-AFE3-5DB38295775B}" srcOrd="4" destOrd="0" parTransId="{D3DE8CBB-AE57-43D1-802D-506283F335E3}" sibTransId="{13A4BB38-7742-462F-9F11-D64EBC6793CD}"/>
    <dgm:cxn modelId="{95F571B5-7FCD-4564-BC49-0366126E0116}" type="presOf" srcId="{E3413F3B-56D6-43BD-9D41-3319B6C7DEAA}" destId="{5C6AF60F-30F4-4A1B-872A-5CD3D0867488}" srcOrd="0" destOrd="0" presId="urn:microsoft.com/office/officeart/2011/layout/TabList"/>
    <dgm:cxn modelId="{14252AC3-32D5-4182-B75A-0C3EDDA93C1B}" type="presOf" srcId="{F906D0AA-2CFC-4285-86D8-AE254EE9ED92}" destId="{5C6AF60F-30F4-4A1B-872A-5CD3D0867488}" srcOrd="0" destOrd="5" presId="urn:microsoft.com/office/officeart/2011/layout/TabList"/>
    <dgm:cxn modelId="{630996C6-5EC3-4EC3-8CD7-AD90C63B9E1D}" srcId="{514FB296-7F08-4EE0-8DBC-F8C6170C1A73}" destId="{E3413F3B-56D6-43BD-9D41-3319B6C7DEAA}" srcOrd="1" destOrd="0" parTransId="{47F37241-F508-46B1-9C06-B837E5E7DDFE}" sibTransId="{68B09951-B5B7-45F1-AF6B-D74FC04691E6}"/>
    <dgm:cxn modelId="{9BDA53CD-9B4C-414B-A65C-AC7ABD3D52DA}" type="presOf" srcId="{50B07871-DAFC-41F6-9A1A-B350F7BDCD80}" destId="{5C6AF60F-30F4-4A1B-872A-5CD3D0867488}" srcOrd="0" destOrd="1" presId="urn:microsoft.com/office/officeart/2011/layout/TabList"/>
    <dgm:cxn modelId="{AF2685D1-BF33-4CCB-8EB0-7781E0881AFD}" type="presOf" srcId="{1933A11B-1189-4D8E-A562-F233E0B17A62}" destId="{641B09B5-E6FF-4633-83F8-4224C51C5A56}" srcOrd="0" destOrd="0" presId="urn:microsoft.com/office/officeart/2011/layout/TabList"/>
    <dgm:cxn modelId="{2B2DD5D6-42C2-4F28-A330-9C59821A818D}" srcId="{514FB296-7F08-4EE0-8DBC-F8C6170C1A73}" destId="{50B07871-DAFC-41F6-9A1A-B350F7BDCD80}" srcOrd="2" destOrd="0" parTransId="{9EBD6E90-9187-4562-BBFB-0573FAFDA603}" sibTransId="{05751213-98D7-4D09-AC1D-75429C54062A}"/>
    <dgm:cxn modelId="{295A5EDA-5CF5-4535-AA29-30542C4C29E8}" type="presOf" srcId="{56949B0C-4FEE-480E-8F9B-2A47BC79CE46}" destId="{5C6AF60F-30F4-4A1B-872A-5CD3D0867488}" srcOrd="0" destOrd="4" presId="urn:microsoft.com/office/officeart/2011/layout/TabList"/>
    <dgm:cxn modelId="{E94B9EEE-696B-4AED-B36B-B15B69AE118D}" srcId="{514FB296-7F08-4EE0-8DBC-F8C6170C1A73}" destId="{A6314793-FEEA-46BE-9F78-246F33DB18A1}" srcOrd="7" destOrd="0" parTransId="{C366F826-7B41-4291-A73D-39D6A53C7488}" sibTransId="{38179520-5D2B-43FF-83B2-7E80485EF187}"/>
    <dgm:cxn modelId="{F1F58284-948E-427A-8CF4-C02032327D3C}" type="presParOf" srcId="{0547E056-57DF-4BE0-A82D-205D72D2CCA2}" destId="{3149EE91-5547-4F2E-9A51-FCFF8110B962}" srcOrd="0" destOrd="0" presId="urn:microsoft.com/office/officeart/2011/layout/TabList"/>
    <dgm:cxn modelId="{1411B1BB-20A0-4137-98F0-2AB954A2820B}" type="presParOf" srcId="{3149EE91-5547-4F2E-9A51-FCFF8110B962}" destId="{641B09B5-E6FF-4633-83F8-4224C51C5A56}" srcOrd="0" destOrd="0" presId="urn:microsoft.com/office/officeart/2011/layout/TabList"/>
    <dgm:cxn modelId="{DEADF536-AB6A-4037-B808-DCCC5B2E469E}" type="presParOf" srcId="{3149EE91-5547-4F2E-9A51-FCFF8110B962}" destId="{25CC7E64-C1F7-4AF8-AE80-FDFA9C59E45E}" srcOrd="1" destOrd="0" presId="urn:microsoft.com/office/officeart/2011/layout/TabList"/>
    <dgm:cxn modelId="{BF03B211-9D27-4557-8F76-E3125BE19005}" type="presParOf" srcId="{3149EE91-5547-4F2E-9A51-FCFF8110B962}" destId="{6C8B7EB1-EC35-41F2-B3FA-02D8E90A0DDF}" srcOrd="2" destOrd="0" presId="urn:microsoft.com/office/officeart/2011/layout/TabList"/>
    <dgm:cxn modelId="{D66ACB74-473F-4796-AB65-0059DBA86170}" type="presParOf" srcId="{0547E056-57DF-4BE0-A82D-205D72D2CCA2}" destId="{5C6AF60F-30F4-4A1B-872A-5CD3D0867488}" srcOrd="1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20C6BE-C231-4881-A31B-96FFC1459F24}">
      <dsp:nvSpPr>
        <dsp:cNvPr id="0" name=""/>
        <dsp:cNvSpPr/>
      </dsp:nvSpPr>
      <dsp:spPr>
        <a:xfrm>
          <a:off x="-4977497" y="-762658"/>
          <a:ext cx="5927984" cy="5927984"/>
        </a:xfrm>
        <a:prstGeom prst="blockArc">
          <a:avLst>
            <a:gd name="adj1" fmla="val 18900000"/>
            <a:gd name="adj2" fmla="val 2700000"/>
            <a:gd name="adj3" fmla="val 364"/>
          </a:avLst>
        </a:pr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150690-F9C9-4FDB-B093-E939B574AF3C}">
      <dsp:nvSpPr>
        <dsp:cNvPr id="0" name=""/>
        <dsp:cNvSpPr/>
      </dsp:nvSpPr>
      <dsp:spPr>
        <a:xfrm>
          <a:off x="611311" y="440266"/>
          <a:ext cx="7024353" cy="8805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923" tIns="91440" rIns="91440" bIns="9144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b="1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+mn-ea"/>
              <a:cs typeface="+mn-cs"/>
            </a:rPr>
            <a:t>POLYMER PUMPS </a:t>
          </a:r>
          <a:r>
            <a:rPr lang="en-US" sz="3600" b="1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+mn-ea"/>
              <a:cs typeface="+mn-cs"/>
            </a:rPr>
            <a:t>DATA</a:t>
          </a:r>
        </a:p>
      </dsp:txBody>
      <dsp:txXfrm>
        <a:off x="611311" y="440266"/>
        <a:ext cx="7024353" cy="880533"/>
      </dsp:txXfrm>
    </dsp:sp>
    <dsp:sp modelId="{5D7FB48D-D325-4992-B7C9-B2263DFF7925}">
      <dsp:nvSpPr>
        <dsp:cNvPr id="0" name=""/>
        <dsp:cNvSpPr/>
      </dsp:nvSpPr>
      <dsp:spPr>
        <a:xfrm>
          <a:off x="60978" y="330200"/>
          <a:ext cx="1100666" cy="1100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916141-163D-4744-A5EF-BC4C4C7FDC10}">
      <dsp:nvSpPr>
        <dsp:cNvPr id="0" name=""/>
        <dsp:cNvSpPr/>
      </dsp:nvSpPr>
      <dsp:spPr>
        <a:xfrm>
          <a:off x="931385" y="1761066"/>
          <a:ext cx="6704279" cy="880533"/>
        </a:xfrm>
        <a:prstGeom prst="rect">
          <a:avLst/>
        </a:prstGeom>
        <a:solidFill>
          <a:schemeClr val="accent3">
            <a:hueOff val="-1949963"/>
            <a:satOff val="13265"/>
            <a:lumOff val="-26274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923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+mn-ea"/>
              <a:cs typeface="+mn-cs"/>
            </a:rPr>
            <a:t>OBSERVATION </a:t>
          </a:r>
          <a:endParaRPr lang="en-US" sz="3200" b="1" kern="1200" dirty="0">
            <a:solidFill>
              <a:prstClr val="white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/>
            <a:ea typeface="+mn-ea"/>
            <a:cs typeface="+mn-cs"/>
          </a:endParaRPr>
        </a:p>
      </dsp:txBody>
      <dsp:txXfrm>
        <a:off x="931385" y="1761066"/>
        <a:ext cx="6704279" cy="880533"/>
      </dsp:txXfrm>
    </dsp:sp>
    <dsp:sp modelId="{E9519CBF-1366-414C-801D-48E9171EAA9B}">
      <dsp:nvSpPr>
        <dsp:cNvPr id="0" name=""/>
        <dsp:cNvSpPr/>
      </dsp:nvSpPr>
      <dsp:spPr>
        <a:xfrm>
          <a:off x="381052" y="1651000"/>
          <a:ext cx="1100666" cy="1100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-1949963"/>
              <a:satOff val="13265"/>
              <a:lumOff val="-26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651ACF-54BF-40FB-890A-94611A72BC76}">
      <dsp:nvSpPr>
        <dsp:cNvPr id="0" name=""/>
        <dsp:cNvSpPr/>
      </dsp:nvSpPr>
      <dsp:spPr>
        <a:xfrm>
          <a:off x="611311" y="3081866"/>
          <a:ext cx="7024353" cy="880533"/>
        </a:xfrm>
        <a:prstGeom prst="rect">
          <a:avLst/>
        </a:prstGeom>
        <a:solidFill>
          <a:schemeClr val="accent3">
            <a:hueOff val="-3899926"/>
            <a:satOff val="26531"/>
            <a:lumOff val="-52549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923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CONCLUSION AND PATH FORWARD</a:t>
          </a:r>
          <a:endParaRPr lang="en-US" sz="2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11311" y="3081866"/>
        <a:ext cx="7024353" cy="880533"/>
      </dsp:txXfrm>
    </dsp:sp>
    <dsp:sp modelId="{28E3C4CB-0AAE-4D7F-B666-30EF4FC08E39}">
      <dsp:nvSpPr>
        <dsp:cNvPr id="0" name=""/>
        <dsp:cNvSpPr/>
      </dsp:nvSpPr>
      <dsp:spPr>
        <a:xfrm>
          <a:off x="60978" y="2971800"/>
          <a:ext cx="1100666" cy="1100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-3899926"/>
              <a:satOff val="26531"/>
              <a:lumOff val="-52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92EDF1-C0BD-4D59-AEF0-2A8C5304B45C}">
      <dsp:nvSpPr>
        <dsp:cNvPr id="0" name=""/>
        <dsp:cNvSpPr/>
      </dsp:nvSpPr>
      <dsp:spPr>
        <a:xfrm>
          <a:off x="0" y="248814"/>
          <a:ext cx="8915400" cy="1549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934" tIns="249936" rIns="691934" bIns="56896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>
              <a:solidFill>
                <a:srgbClr val="002060"/>
              </a:solidFill>
            </a:rPr>
            <a:t>APT CP1 /  APT CP2 / IPPI  have these pumps of same capacity installed  but all 3 have different seal type    VISLIP /  VISPAC /  DOUBLE MECHANICAL SEAL BACK TO BACK.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b="1" kern="1200" dirty="0">
            <a:solidFill>
              <a:srgbClr val="002060"/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>
              <a:solidFill>
                <a:srgbClr val="002060"/>
              </a:solidFill>
            </a:rPr>
            <a:t>Also the KW rating of motors is different ?  22 KW APT CP1 /  11 KW APT CP2 / 15 KW IPPI.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600" b="1" kern="1200" dirty="0">
            <a:solidFill>
              <a:srgbClr val="002060"/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>
              <a:solidFill>
                <a:srgbClr val="002060"/>
              </a:solidFill>
            </a:rPr>
            <a:t>IPPI has shown yearly expenses on 5400 USD for seal parts whereas  APT CP-2 has NIL &amp;  APT CP-1 has 1300 USD per year .  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500" b="1" kern="1200" dirty="0">
            <a:solidFill>
              <a:srgbClr val="002060"/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>
              <a:solidFill>
                <a:srgbClr val="002060"/>
              </a:solidFill>
            </a:rPr>
            <a:t>** VISPAC technically is the best as low seal failures compared to other 2 . Double mech seal has more failures. </a:t>
          </a:r>
        </a:p>
      </dsp:txBody>
      <dsp:txXfrm>
        <a:off x="0" y="248814"/>
        <a:ext cx="8915400" cy="1549800"/>
      </dsp:txXfrm>
    </dsp:sp>
    <dsp:sp modelId="{B1D859D1-101C-4FC2-84DC-4FD3FB37508D}">
      <dsp:nvSpPr>
        <dsp:cNvPr id="0" name=""/>
        <dsp:cNvSpPr/>
      </dsp:nvSpPr>
      <dsp:spPr>
        <a:xfrm>
          <a:off x="445770" y="71694"/>
          <a:ext cx="6240780" cy="354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b="1" u="none" kern="1200" dirty="0"/>
            <a:t>THERMOREX RT 90 </a:t>
          </a:r>
          <a:endParaRPr lang="en-US" sz="1600" u="none" kern="1200" dirty="0"/>
        </a:p>
      </dsp:txBody>
      <dsp:txXfrm>
        <a:off x="463063" y="88987"/>
        <a:ext cx="6206194" cy="319654"/>
      </dsp:txXfrm>
    </dsp:sp>
    <dsp:sp modelId="{B6895BD5-9536-4A01-837E-187E0A37EE4C}">
      <dsp:nvSpPr>
        <dsp:cNvPr id="0" name=""/>
        <dsp:cNvSpPr/>
      </dsp:nvSpPr>
      <dsp:spPr>
        <a:xfrm>
          <a:off x="0" y="2040535"/>
          <a:ext cx="8915400" cy="120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-1949963"/>
              <a:satOff val="13265"/>
              <a:lumOff val="-26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934" tIns="249936" rIns="69193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 dirty="0">
              <a:solidFill>
                <a:srgbClr val="002060"/>
              </a:solidFill>
            </a:rPr>
            <a:t>SPT CP2 /  IVC TURKEY /  IVPM use  these pumps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 dirty="0">
              <a:solidFill>
                <a:srgbClr val="002060"/>
              </a:solidFill>
            </a:rPr>
            <a:t>THERMOREX RT 140 / MPS GEAR PUMP </a:t>
          </a:r>
          <a:r>
            <a:rPr lang="en-US" sz="1200" b="1" kern="1200" dirty="0" err="1">
              <a:solidFill>
                <a:srgbClr val="002060"/>
              </a:solidFill>
            </a:rPr>
            <a:t>thermorex</a:t>
          </a:r>
          <a:r>
            <a:rPr lang="en-US" sz="1200" b="1" kern="1200" dirty="0">
              <a:solidFill>
                <a:srgbClr val="002060"/>
              </a:solidFill>
            </a:rPr>
            <a:t>® TRP140-5 / </a:t>
          </a:r>
          <a:r>
            <a:rPr lang="en-US" sz="1200" b="1" kern="1200" dirty="0" err="1">
              <a:solidFill>
                <a:srgbClr val="002060"/>
              </a:solidFill>
            </a:rPr>
            <a:t>Therminox</a:t>
          </a:r>
          <a:r>
            <a:rPr lang="en-US" sz="1200" b="1" kern="1200" dirty="0">
              <a:solidFill>
                <a:srgbClr val="002060"/>
              </a:solidFill>
            </a:rPr>
            <a:t> 140/140  model used at above sites.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 dirty="0">
              <a:solidFill>
                <a:srgbClr val="002060"/>
              </a:solidFill>
            </a:rPr>
            <a:t>Seal Type is  VISLIP_Z /  VISPAC K /  MECH seal.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 dirty="0">
              <a:solidFill>
                <a:srgbClr val="002060"/>
              </a:solidFill>
            </a:rPr>
            <a:t>SPT CP2 &amp; IVC TURKEY has same capacity  &amp; motor rating only seal type is different?</a:t>
          </a:r>
        </a:p>
      </dsp:txBody>
      <dsp:txXfrm>
        <a:off x="0" y="2040535"/>
        <a:ext cx="8915400" cy="1209600"/>
      </dsp:txXfrm>
    </dsp:sp>
    <dsp:sp modelId="{8BB30B3F-C99A-4875-8B80-5F081B1A16E3}">
      <dsp:nvSpPr>
        <dsp:cNvPr id="0" name=""/>
        <dsp:cNvSpPr/>
      </dsp:nvSpPr>
      <dsp:spPr>
        <a:xfrm>
          <a:off x="445770" y="1863415"/>
          <a:ext cx="6240780" cy="354240"/>
        </a:xfrm>
        <a:prstGeom prst="roundRect">
          <a:avLst/>
        </a:prstGeom>
        <a:solidFill>
          <a:schemeClr val="accent3">
            <a:hueOff val="-1949963"/>
            <a:satOff val="13265"/>
            <a:lumOff val="-2627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b="1" u="none" kern="1200" dirty="0"/>
            <a:t>THERMOREX RT 140 </a:t>
          </a:r>
          <a:endParaRPr lang="en-US" sz="1600" u="none" kern="1200" dirty="0"/>
        </a:p>
      </dsp:txBody>
      <dsp:txXfrm>
        <a:off x="463063" y="1880708"/>
        <a:ext cx="6206194" cy="319654"/>
      </dsp:txXfrm>
    </dsp:sp>
    <dsp:sp modelId="{AA1B7785-F369-45A1-85F6-B0F3F896AEE0}">
      <dsp:nvSpPr>
        <dsp:cNvPr id="0" name=""/>
        <dsp:cNvSpPr/>
      </dsp:nvSpPr>
      <dsp:spPr>
        <a:xfrm>
          <a:off x="0" y="3492055"/>
          <a:ext cx="8915400" cy="1776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-3899926"/>
              <a:satOff val="26531"/>
              <a:lumOff val="-52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934" tIns="249936" rIns="691934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kern="1200" dirty="0">
              <a:solidFill>
                <a:schemeClr val="tx1"/>
              </a:solidFill>
            </a:rPr>
            <a:t>MPS Gear Pump </a:t>
          </a:r>
          <a:r>
            <a:rPr lang="en-US" sz="1100" b="0" kern="1200" dirty="0" err="1">
              <a:solidFill>
                <a:schemeClr val="tx1"/>
              </a:solidFill>
            </a:rPr>
            <a:t>Thermorex</a:t>
          </a:r>
          <a:r>
            <a:rPr lang="en-US" sz="1100" b="0" kern="1200" dirty="0">
              <a:solidFill>
                <a:schemeClr val="tx1"/>
              </a:solidFill>
            </a:rPr>
            <a:t> RT 180/ </a:t>
          </a:r>
          <a:r>
            <a:rPr lang="en-US" sz="1100" b="0" kern="1200" dirty="0" err="1">
              <a:solidFill>
                <a:schemeClr val="tx1"/>
              </a:solidFill>
            </a:rPr>
            <a:t>Thermorex</a:t>
          </a:r>
          <a:r>
            <a:rPr lang="en-US" sz="1100" b="0" kern="1200" dirty="0">
              <a:solidFill>
                <a:schemeClr val="tx1"/>
              </a:solidFill>
            </a:rPr>
            <a:t> RT  TRT 180-5/ </a:t>
          </a:r>
          <a:r>
            <a:rPr lang="en-US" sz="1100" b="0" kern="1200" dirty="0" err="1">
              <a:solidFill>
                <a:schemeClr val="tx1"/>
              </a:solidFill>
            </a:rPr>
            <a:t>Thermorex</a:t>
          </a:r>
          <a:r>
            <a:rPr lang="en-US" sz="1100" b="0" kern="1200" dirty="0">
              <a:solidFill>
                <a:schemeClr val="tx1"/>
              </a:solidFill>
            </a:rPr>
            <a:t> TRP 180 /THERMOREX TRP 180-5/</a:t>
          </a:r>
          <a:r>
            <a:rPr lang="en-US" sz="1100" b="0" kern="1200" dirty="0" err="1">
              <a:solidFill>
                <a:schemeClr val="tx1"/>
              </a:solidFill>
            </a:rPr>
            <a:t>Thermorex</a:t>
          </a:r>
          <a:r>
            <a:rPr lang="en-US" sz="1100" b="0" kern="1200" dirty="0">
              <a:solidFill>
                <a:schemeClr val="tx1"/>
              </a:solidFill>
            </a:rPr>
            <a:t> TRP 180-HV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100" b="0" kern="1200" dirty="0">
            <a:solidFill>
              <a:srgbClr val="FF0000"/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kern="1200" dirty="0">
              <a:solidFill>
                <a:srgbClr val="FF0000"/>
              </a:solidFill>
            </a:rPr>
            <a:t>**</a:t>
          </a:r>
          <a:r>
            <a:rPr lang="en-US" sz="1100" b="0" kern="1200" dirty="0">
              <a:solidFill>
                <a:schemeClr val="tx1"/>
              </a:solidFill>
            </a:rPr>
            <a:t>  ALPHAPET &amp;  EIPET PP pumps   MPS Gear Pump </a:t>
          </a:r>
          <a:r>
            <a:rPr lang="en-US" sz="1100" b="0" kern="1200" dirty="0" err="1">
              <a:solidFill>
                <a:schemeClr val="tx1"/>
              </a:solidFill>
            </a:rPr>
            <a:t>Thermorex</a:t>
          </a:r>
          <a:r>
            <a:rPr lang="en-US" sz="1100" b="0" kern="1200" dirty="0">
              <a:solidFill>
                <a:schemeClr val="tx1"/>
              </a:solidFill>
            </a:rPr>
            <a:t> RT 180 are same make same capacity but different KW motor 37/30 KW.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kern="1200" dirty="0">
              <a:solidFill>
                <a:schemeClr val="tx1"/>
              </a:solidFill>
            </a:rPr>
            <a:t>Both have double mech seal but seal failure cost shown high in ALPHAPET  but not shown in EIPET? WHY not VISPAC seal?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100" b="0" kern="1200" dirty="0">
            <a:solidFill>
              <a:schemeClr val="tx1"/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kern="1200" dirty="0">
              <a:solidFill>
                <a:schemeClr val="tx1"/>
              </a:solidFill>
            </a:rPr>
            <a:t>** MICROPET PP pump has high seal failure cost . Double mech seal ?  Can change to VISPAC?</a:t>
          </a:r>
        </a:p>
      </dsp:txBody>
      <dsp:txXfrm>
        <a:off x="0" y="3492055"/>
        <a:ext cx="8915400" cy="1776600"/>
      </dsp:txXfrm>
    </dsp:sp>
    <dsp:sp modelId="{48FF5B0B-A69B-4E95-8535-A3B32BA90B38}">
      <dsp:nvSpPr>
        <dsp:cNvPr id="0" name=""/>
        <dsp:cNvSpPr/>
      </dsp:nvSpPr>
      <dsp:spPr>
        <a:xfrm>
          <a:off x="445770" y="3314935"/>
          <a:ext cx="6240780" cy="354240"/>
        </a:xfrm>
        <a:prstGeom prst="roundRect">
          <a:avLst/>
        </a:prstGeom>
        <a:solidFill>
          <a:schemeClr val="accent3">
            <a:hueOff val="-3899926"/>
            <a:satOff val="26531"/>
            <a:lumOff val="-52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400" b="1" u="none" kern="1200" dirty="0"/>
            <a:t>For 180 size different models used at various sites .</a:t>
          </a:r>
        </a:p>
      </dsp:txBody>
      <dsp:txXfrm>
        <a:off x="463063" y="3332228"/>
        <a:ext cx="6206194" cy="3196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77F326-EBE9-4CAC-8BE5-7D529EA8CC8B}">
      <dsp:nvSpPr>
        <dsp:cNvPr id="0" name=""/>
        <dsp:cNvSpPr/>
      </dsp:nvSpPr>
      <dsp:spPr>
        <a:xfrm>
          <a:off x="0" y="3985989"/>
          <a:ext cx="8915400" cy="0"/>
        </a:xfrm>
        <a:prstGeom prst="line">
          <a:avLst/>
        </a:pr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124690-51D9-4E18-A4BA-E717AA037516}">
      <dsp:nvSpPr>
        <dsp:cNvPr id="0" name=""/>
        <dsp:cNvSpPr/>
      </dsp:nvSpPr>
      <dsp:spPr>
        <a:xfrm>
          <a:off x="0" y="2453570"/>
          <a:ext cx="8915400" cy="0"/>
        </a:xfrm>
        <a:prstGeom prst="line">
          <a:avLst/>
        </a:pr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8B7EB1-EC35-41F2-B3FA-02D8E90A0DDF}">
      <dsp:nvSpPr>
        <dsp:cNvPr id="0" name=""/>
        <dsp:cNvSpPr/>
      </dsp:nvSpPr>
      <dsp:spPr>
        <a:xfrm>
          <a:off x="0" y="751059"/>
          <a:ext cx="8915400" cy="0"/>
        </a:xfrm>
        <a:prstGeom prst="line">
          <a:avLst/>
        </a:pr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1B09B5-E6FF-4633-83F8-4224C51C5A56}">
      <dsp:nvSpPr>
        <dsp:cNvPr id="0" name=""/>
        <dsp:cNvSpPr/>
      </dsp:nvSpPr>
      <dsp:spPr>
        <a:xfrm>
          <a:off x="2318004" y="1933"/>
          <a:ext cx="6597396" cy="749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1" kern="1200" dirty="0"/>
        </a:p>
      </dsp:txBody>
      <dsp:txXfrm>
        <a:off x="2318004" y="1933"/>
        <a:ext cx="6597396" cy="749125"/>
      </dsp:txXfrm>
    </dsp:sp>
    <dsp:sp modelId="{25CC7E64-C1F7-4AF8-AE80-FDFA9C59E45E}">
      <dsp:nvSpPr>
        <dsp:cNvPr id="0" name=""/>
        <dsp:cNvSpPr/>
      </dsp:nvSpPr>
      <dsp:spPr>
        <a:xfrm flipH="1">
          <a:off x="11" y="254085"/>
          <a:ext cx="832093" cy="432747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none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</a:t>
          </a:r>
        </a:p>
      </dsp:txBody>
      <dsp:txXfrm>
        <a:off x="21140" y="275214"/>
        <a:ext cx="789835" cy="411618"/>
      </dsp:txXfrm>
    </dsp:sp>
    <dsp:sp modelId="{5C6AF60F-30F4-4A1B-872A-5CD3D0867488}">
      <dsp:nvSpPr>
        <dsp:cNvPr id="0" name=""/>
        <dsp:cNvSpPr/>
      </dsp:nvSpPr>
      <dsp:spPr>
        <a:xfrm>
          <a:off x="0" y="751059"/>
          <a:ext cx="8915400" cy="915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b="1" kern="1200" dirty="0">
            <a:solidFill>
              <a:srgbClr val="002060"/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solidFill>
                <a:srgbClr val="002060"/>
              </a:solidFill>
            </a:rPr>
            <a:t>APT CP-2 &amp; SPT CP1 have same capacity pumps VACOREX 180/180 &amp; VACOREX 180-M.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solidFill>
                <a:srgbClr val="002060"/>
              </a:solidFill>
            </a:rPr>
            <a:t>Motor KW is different at APT CP_2 110 Kw &amp; SPT CP1 is 75 KW.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solidFill>
                <a:srgbClr val="002060"/>
              </a:solidFill>
            </a:rPr>
            <a:t>To check GB details as APT has FALK &amp; SPT has DAVID brown. </a:t>
          </a:r>
        </a:p>
      </dsp:txBody>
      <dsp:txXfrm>
        <a:off x="0" y="751059"/>
        <a:ext cx="8915400" cy="915928"/>
      </dsp:txXfrm>
    </dsp:sp>
    <dsp:sp modelId="{B03ACC28-2FC2-4396-9B9E-6FA8501187E1}">
      <dsp:nvSpPr>
        <dsp:cNvPr id="0" name=""/>
        <dsp:cNvSpPr/>
      </dsp:nvSpPr>
      <dsp:spPr>
        <a:xfrm>
          <a:off x="2318004" y="1704444"/>
          <a:ext cx="6597396" cy="749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1" kern="1200" dirty="0"/>
        </a:p>
      </dsp:txBody>
      <dsp:txXfrm>
        <a:off x="2318004" y="1704444"/>
        <a:ext cx="6597396" cy="749125"/>
      </dsp:txXfrm>
    </dsp:sp>
    <dsp:sp modelId="{670D4FFF-27E6-4866-8ED0-828F3A81157B}">
      <dsp:nvSpPr>
        <dsp:cNvPr id="0" name=""/>
        <dsp:cNvSpPr/>
      </dsp:nvSpPr>
      <dsp:spPr>
        <a:xfrm>
          <a:off x="0" y="1948000"/>
          <a:ext cx="818904" cy="431406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hueOff val="2229976"/>
            <a:satOff val="-39583"/>
            <a:lumOff val="26471"/>
            <a:alphaOff val="0"/>
          </a:schemeClr>
        </a:solidFill>
        <a:ln w="25400" cap="flat" cmpd="sng" algn="ctr">
          <a:solidFill>
            <a:schemeClr val="accent4">
              <a:hueOff val="2229976"/>
              <a:satOff val="-39583"/>
              <a:lumOff val="2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</a:t>
          </a:r>
        </a:p>
      </dsp:txBody>
      <dsp:txXfrm>
        <a:off x="21063" y="1969063"/>
        <a:ext cx="776778" cy="410343"/>
      </dsp:txXfrm>
    </dsp:sp>
    <dsp:sp modelId="{1761F3D0-F96B-4BCA-9391-D8C8EC849FF6}">
      <dsp:nvSpPr>
        <dsp:cNvPr id="0" name=""/>
        <dsp:cNvSpPr/>
      </dsp:nvSpPr>
      <dsp:spPr>
        <a:xfrm>
          <a:off x="0" y="2453570"/>
          <a:ext cx="8915400" cy="7458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00" b="1" kern="1200" dirty="0">
            <a:solidFill>
              <a:srgbClr val="002060"/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solidFill>
                <a:srgbClr val="002060"/>
              </a:solidFill>
            </a:rPr>
            <a:t>IVL POLAND VACOREX 280_HV has very less Motor power 132 Kw  for 28 Tone /</a:t>
          </a:r>
          <a:r>
            <a:rPr lang="en-US" sz="1600" b="1" kern="1200" dirty="0" err="1">
              <a:solidFill>
                <a:srgbClr val="002060"/>
              </a:solidFill>
            </a:rPr>
            <a:t>hr</a:t>
          </a:r>
          <a:r>
            <a:rPr lang="en-US" sz="1600" b="1" kern="1200" dirty="0">
              <a:solidFill>
                <a:srgbClr val="002060"/>
              </a:solidFill>
            </a:rPr>
            <a:t> capacity throughput?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solidFill>
                <a:srgbClr val="002060"/>
              </a:solidFill>
            </a:rPr>
            <a:t>OGP for same throughput has 315 KW motor ?  While for 36 Tons per </a:t>
          </a:r>
          <a:r>
            <a:rPr lang="en-US" sz="1600" b="1" kern="1200" dirty="0" err="1">
              <a:solidFill>
                <a:srgbClr val="002060"/>
              </a:solidFill>
            </a:rPr>
            <a:t>Hr</a:t>
          </a:r>
          <a:r>
            <a:rPr lang="en-US" sz="1600" b="1" kern="1200" dirty="0">
              <a:solidFill>
                <a:srgbClr val="002060"/>
              </a:solidFill>
            </a:rPr>
            <a:t> EIPET has         315 Kw motor? </a:t>
          </a:r>
        </a:p>
      </dsp:txBody>
      <dsp:txXfrm>
        <a:off x="0" y="2453570"/>
        <a:ext cx="8915400" cy="745836"/>
      </dsp:txXfrm>
    </dsp:sp>
    <dsp:sp modelId="{E5018B88-14F3-42DF-BA34-C57C4760FEF4}">
      <dsp:nvSpPr>
        <dsp:cNvPr id="0" name=""/>
        <dsp:cNvSpPr/>
      </dsp:nvSpPr>
      <dsp:spPr>
        <a:xfrm>
          <a:off x="2318004" y="3236863"/>
          <a:ext cx="6597396" cy="749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318004" y="3236863"/>
        <a:ext cx="6597396" cy="749125"/>
      </dsp:txXfrm>
    </dsp:sp>
    <dsp:sp modelId="{88668AAB-1A99-4A61-960E-E70023F75E7D}">
      <dsp:nvSpPr>
        <dsp:cNvPr id="0" name=""/>
        <dsp:cNvSpPr/>
      </dsp:nvSpPr>
      <dsp:spPr>
        <a:xfrm>
          <a:off x="0" y="3411544"/>
          <a:ext cx="2318004" cy="399763"/>
        </a:xfrm>
        <a:prstGeom prst="round2SameRect">
          <a:avLst>
            <a:gd name="adj1" fmla="val 16670"/>
            <a:gd name="adj2" fmla="val 0"/>
          </a:avLst>
        </a:prstGeom>
        <a:solidFill>
          <a:schemeClr val="bg1"/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9518" y="3431062"/>
        <a:ext cx="2278968" cy="380245"/>
      </dsp:txXfrm>
    </dsp:sp>
    <dsp:sp modelId="{C344E06E-218E-46E9-8D65-C5308718763E}">
      <dsp:nvSpPr>
        <dsp:cNvPr id="0" name=""/>
        <dsp:cNvSpPr/>
      </dsp:nvSpPr>
      <dsp:spPr>
        <a:xfrm>
          <a:off x="0" y="3987923"/>
          <a:ext cx="8915400" cy="14984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rgbClr val="002060"/>
              </a:solidFill>
            </a:rPr>
            <a:t>No other major observations  as completely different combinations used at different sites 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kern="1200" dirty="0">
            <a:solidFill>
              <a:srgbClr val="002060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rgbClr val="002060"/>
              </a:solidFill>
            </a:rPr>
            <a:t>Similar models spares  parts cost is not yet benchmarked so cannot compare.                                                We can have a comparison of all spare parts cost for these pumps and see if have some common spares.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rgbClr val="002060"/>
              </a:solidFill>
            </a:rPr>
            <a:t>Failures and problem faced are not mentioned by any site with these pumps.</a:t>
          </a:r>
        </a:p>
      </dsp:txBody>
      <dsp:txXfrm>
        <a:off x="0" y="3987923"/>
        <a:ext cx="8915400" cy="14984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20C6BE-C231-4881-A31B-96FFC1459F24}">
      <dsp:nvSpPr>
        <dsp:cNvPr id="0" name=""/>
        <dsp:cNvSpPr/>
      </dsp:nvSpPr>
      <dsp:spPr>
        <a:xfrm>
          <a:off x="-4977497" y="-762658"/>
          <a:ext cx="5927984" cy="5927984"/>
        </a:xfrm>
        <a:prstGeom prst="blockArc">
          <a:avLst>
            <a:gd name="adj1" fmla="val 18900000"/>
            <a:gd name="adj2" fmla="val 2700000"/>
            <a:gd name="adj3" fmla="val 364"/>
          </a:avLst>
        </a:pr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150690-F9C9-4FDB-B093-E939B574AF3C}">
      <dsp:nvSpPr>
        <dsp:cNvPr id="0" name=""/>
        <dsp:cNvSpPr/>
      </dsp:nvSpPr>
      <dsp:spPr>
        <a:xfrm>
          <a:off x="611311" y="440266"/>
          <a:ext cx="7024353" cy="8805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923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         </a:t>
          </a:r>
          <a:r>
            <a:rPr lang="en-US" sz="3600" b="1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CUTTER DATA</a:t>
          </a:r>
        </a:p>
      </dsp:txBody>
      <dsp:txXfrm>
        <a:off x="611311" y="440266"/>
        <a:ext cx="7024353" cy="880533"/>
      </dsp:txXfrm>
    </dsp:sp>
    <dsp:sp modelId="{5D7FB48D-D325-4992-B7C9-B2263DFF7925}">
      <dsp:nvSpPr>
        <dsp:cNvPr id="0" name=""/>
        <dsp:cNvSpPr/>
      </dsp:nvSpPr>
      <dsp:spPr>
        <a:xfrm>
          <a:off x="60978" y="330200"/>
          <a:ext cx="1100666" cy="1100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916141-163D-4744-A5EF-BC4C4C7FDC10}">
      <dsp:nvSpPr>
        <dsp:cNvPr id="0" name=""/>
        <dsp:cNvSpPr/>
      </dsp:nvSpPr>
      <dsp:spPr>
        <a:xfrm>
          <a:off x="931385" y="1761066"/>
          <a:ext cx="6704279" cy="880533"/>
        </a:xfrm>
        <a:prstGeom prst="rect">
          <a:avLst/>
        </a:prstGeom>
        <a:solidFill>
          <a:schemeClr val="accent3">
            <a:hueOff val="-1949963"/>
            <a:satOff val="13265"/>
            <a:lumOff val="-26274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923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OBSERVATION</a:t>
          </a:r>
          <a:endParaRPr lang="en-US" sz="3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931385" y="1761066"/>
        <a:ext cx="6704279" cy="880533"/>
      </dsp:txXfrm>
    </dsp:sp>
    <dsp:sp modelId="{E9519CBF-1366-414C-801D-48E9171EAA9B}">
      <dsp:nvSpPr>
        <dsp:cNvPr id="0" name=""/>
        <dsp:cNvSpPr/>
      </dsp:nvSpPr>
      <dsp:spPr>
        <a:xfrm>
          <a:off x="381052" y="1651000"/>
          <a:ext cx="1100666" cy="1100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-1949963"/>
              <a:satOff val="13265"/>
              <a:lumOff val="-26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651ACF-54BF-40FB-890A-94611A72BC76}">
      <dsp:nvSpPr>
        <dsp:cNvPr id="0" name=""/>
        <dsp:cNvSpPr/>
      </dsp:nvSpPr>
      <dsp:spPr>
        <a:xfrm>
          <a:off x="611311" y="3081866"/>
          <a:ext cx="7024353" cy="880533"/>
        </a:xfrm>
        <a:prstGeom prst="rect">
          <a:avLst/>
        </a:prstGeom>
        <a:solidFill>
          <a:schemeClr val="accent3">
            <a:hueOff val="-3899926"/>
            <a:satOff val="26531"/>
            <a:lumOff val="-52549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923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CONCLUSION AND PATH FORWARD</a:t>
          </a:r>
          <a:endParaRPr lang="en-US" sz="2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11311" y="3081866"/>
        <a:ext cx="7024353" cy="880533"/>
      </dsp:txXfrm>
    </dsp:sp>
    <dsp:sp modelId="{28E3C4CB-0AAE-4D7F-B666-30EF4FC08E39}">
      <dsp:nvSpPr>
        <dsp:cNvPr id="0" name=""/>
        <dsp:cNvSpPr/>
      </dsp:nvSpPr>
      <dsp:spPr>
        <a:xfrm>
          <a:off x="60978" y="2971800"/>
          <a:ext cx="1100666" cy="1100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-3899926"/>
              <a:satOff val="26531"/>
              <a:lumOff val="-52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77F326-EBE9-4CAC-8BE5-7D529EA8CC8B}">
      <dsp:nvSpPr>
        <dsp:cNvPr id="0" name=""/>
        <dsp:cNvSpPr/>
      </dsp:nvSpPr>
      <dsp:spPr>
        <a:xfrm>
          <a:off x="0" y="3850822"/>
          <a:ext cx="8229600" cy="0"/>
        </a:xfrm>
        <a:prstGeom prst="line">
          <a:avLst/>
        </a:pr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124690-51D9-4E18-A4BA-E717AA037516}">
      <dsp:nvSpPr>
        <dsp:cNvPr id="0" name=""/>
        <dsp:cNvSpPr/>
      </dsp:nvSpPr>
      <dsp:spPr>
        <a:xfrm>
          <a:off x="0" y="2196833"/>
          <a:ext cx="8229600" cy="0"/>
        </a:xfrm>
        <a:prstGeom prst="line">
          <a:avLst/>
        </a:pr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8B7EB1-EC35-41F2-B3FA-02D8E90A0DDF}">
      <dsp:nvSpPr>
        <dsp:cNvPr id="0" name=""/>
        <dsp:cNvSpPr/>
      </dsp:nvSpPr>
      <dsp:spPr>
        <a:xfrm>
          <a:off x="0" y="542843"/>
          <a:ext cx="8229600" cy="0"/>
        </a:xfrm>
        <a:prstGeom prst="line">
          <a:avLst/>
        </a:pr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1B09B5-E6FF-4633-83F8-4224C51C5A56}">
      <dsp:nvSpPr>
        <dsp:cNvPr id="0" name=""/>
        <dsp:cNvSpPr/>
      </dsp:nvSpPr>
      <dsp:spPr>
        <a:xfrm>
          <a:off x="2139695" y="605"/>
          <a:ext cx="6089904" cy="542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Algae treatment system</a:t>
          </a:r>
        </a:p>
      </dsp:txBody>
      <dsp:txXfrm>
        <a:off x="2139695" y="605"/>
        <a:ext cx="6089904" cy="542238"/>
      </dsp:txXfrm>
    </dsp:sp>
    <dsp:sp modelId="{25CC7E64-C1F7-4AF8-AE80-FDFA9C59E45E}">
      <dsp:nvSpPr>
        <dsp:cNvPr id="0" name=""/>
        <dsp:cNvSpPr/>
      </dsp:nvSpPr>
      <dsp:spPr>
        <a:xfrm>
          <a:off x="0" y="605"/>
          <a:ext cx="2139696" cy="542238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u="none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</a:t>
          </a:r>
        </a:p>
      </dsp:txBody>
      <dsp:txXfrm>
        <a:off x="26475" y="27080"/>
        <a:ext cx="2086746" cy="515763"/>
      </dsp:txXfrm>
    </dsp:sp>
    <dsp:sp modelId="{5C6AF60F-30F4-4A1B-872A-5CD3D0867488}">
      <dsp:nvSpPr>
        <dsp:cNvPr id="0" name=""/>
        <dsp:cNvSpPr/>
      </dsp:nvSpPr>
      <dsp:spPr>
        <a:xfrm>
          <a:off x="0" y="542843"/>
          <a:ext cx="8229600" cy="1084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Most of the sites use treatment system except IPPI/ HALDIA/ GIVL CP-2</a:t>
          </a:r>
        </a:p>
      </dsp:txBody>
      <dsp:txXfrm>
        <a:off x="0" y="542843"/>
        <a:ext cx="8229600" cy="1084639"/>
      </dsp:txXfrm>
    </dsp:sp>
    <dsp:sp modelId="{B03ACC28-2FC2-4396-9B9E-6FA8501187E1}">
      <dsp:nvSpPr>
        <dsp:cNvPr id="0" name=""/>
        <dsp:cNvSpPr/>
      </dsp:nvSpPr>
      <dsp:spPr>
        <a:xfrm>
          <a:off x="2139695" y="1654594"/>
          <a:ext cx="6089904" cy="542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Band filter</a:t>
          </a:r>
        </a:p>
      </dsp:txBody>
      <dsp:txXfrm>
        <a:off x="2139695" y="1654594"/>
        <a:ext cx="6089904" cy="542238"/>
      </dsp:txXfrm>
    </dsp:sp>
    <dsp:sp modelId="{670D4FFF-27E6-4866-8ED0-828F3A81157B}">
      <dsp:nvSpPr>
        <dsp:cNvPr id="0" name=""/>
        <dsp:cNvSpPr/>
      </dsp:nvSpPr>
      <dsp:spPr>
        <a:xfrm>
          <a:off x="0" y="1654594"/>
          <a:ext cx="2139696" cy="542238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4">
                <a:hueOff val="2229976"/>
                <a:satOff val="-39583"/>
                <a:lumOff val="26471"/>
                <a:alphaOff val="0"/>
                <a:shade val="51000"/>
                <a:satMod val="130000"/>
              </a:schemeClr>
            </a:gs>
            <a:gs pos="80000">
              <a:schemeClr val="accent4">
                <a:hueOff val="2229976"/>
                <a:satOff val="-39583"/>
                <a:lumOff val="26471"/>
                <a:alphaOff val="0"/>
                <a:shade val="93000"/>
                <a:satMod val="130000"/>
              </a:schemeClr>
            </a:gs>
            <a:gs pos="100000">
              <a:schemeClr val="accent4">
                <a:hueOff val="2229976"/>
                <a:satOff val="-39583"/>
                <a:lumOff val="26471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2229976"/>
              <a:satOff val="-39583"/>
              <a:lumOff val="2647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</a:t>
          </a:r>
        </a:p>
      </dsp:txBody>
      <dsp:txXfrm>
        <a:off x="26475" y="1681069"/>
        <a:ext cx="2086746" cy="515763"/>
      </dsp:txXfrm>
    </dsp:sp>
    <dsp:sp modelId="{1761F3D0-F96B-4BCA-9391-D8C8EC849FF6}">
      <dsp:nvSpPr>
        <dsp:cNvPr id="0" name=""/>
        <dsp:cNvSpPr/>
      </dsp:nvSpPr>
      <dsp:spPr>
        <a:xfrm>
          <a:off x="0" y="2196833"/>
          <a:ext cx="8229600" cy="1084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Most of sites use 100% Polyester and 10-20µ size. </a:t>
          </a:r>
        </a:p>
      </dsp:txBody>
      <dsp:txXfrm>
        <a:off x="0" y="2196833"/>
        <a:ext cx="8229600" cy="1084639"/>
      </dsp:txXfrm>
    </dsp:sp>
    <dsp:sp modelId="{E5018B88-14F3-42DF-BA34-C57C4760FEF4}">
      <dsp:nvSpPr>
        <dsp:cNvPr id="0" name=""/>
        <dsp:cNvSpPr/>
      </dsp:nvSpPr>
      <dsp:spPr>
        <a:xfrm>
          <a:off x="2139695" y="3308584"/>
          <a:ext cx="6089904" cy="542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Dryer type</a:t>
          </a:r>
        </a:p>
      </dsp:txBody>
      <dsp:txXfrm>
        <a:off x="2139695" y="3308584"/>
        <a:ext cx="6089904" cy="542238"/>
      </dsp:txXfrm>
    </dsp:sp>
    <dsp:sp modelId="{88668AAB-1A99-4A61-960E-E70023F75E7D}">
      <dsp:nvSpPr>
        <dsp:cNvPr id="0" name=""/>
        <dsp:cNvSpPr/>
      </dsp:nvSpPr>
      <dsp:spPr>
        <a:xfrm>
          <a:off x="0" y="3308584"/>
          <a:ext cx="2139696" cy="542238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4">
                <a:hueOff val="4459951"/>
                <a:satOff val="-79167"/>
                <a:lumOff val="52941"/>
                <a:alphaOff val="0"/>
                <a:shade val="51000"/>
                <a:satMod val="130000"/>
              </a:schemeClr>
            </a:gs>
            <a:gs pos="80000">
              <a:schemeClr val="accent4">
                <a:hueOff val="4459951"/>
                <a:satOff val="-79167"/>
                <a:lumOff val="52941"/>
                <a:alphaOff val="0"/>
                <a:shade val="93000"/>
                <a:satMod val="130000"/>
              </a:schemeClr>
            </a:gs>
            <a:gs pos="100000">
              <a:schemeClr val="accent4">
                <a:hueOff val="4459951"/>
                <a:satOff val="-79167"/>
                <a:lumOff val="52941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4459951"/>
              <a:satOff val="-79167"/>
              <a:lumOff val="5294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</a:t>
          </a:r>
        </a:p>
      </dsp:txBody>
      <dsp:txXfrm>
        <a:off x="26475" y="3335059"/>
        <a:ext cx="2086746" cy="515763"/>
      </dsp:txXfrm>
    </dsp:sp>
    <dsp:sp modelId="{C344E06E-218E-46E9-8D65-C5308718763E}">
      <dsp:nvSpPr>
        <dsp:cNvPr id="0" name=""/>
        <dsp:cNvSpPr/>
      </dsp:nvSpPr>
      <dsp:spPr>
        <a:xfrm>
          <a:off x="0" y="3850822"/>
          <a:ext cx="8229600" cy="1084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Most of sites still use AERO LINE. Energy efficient Centro Dryer used at few sites.</a:t>
          </a:r>
        </a:p>
      </dsp:txBody>
      <dsp:txXfrm>
        <a:off x="0" y="3850822"/>
        <a:ext cx="8229600" cy="10846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B7EB1-EC35-41F2-B3FA-02D8E90A0DDF}">
      <dsp:nvSpPr>
        <dsp:cNvPr id="0" name=""/>
        <dsp:cNvSpPr/>
      </dsp:nvSpPr>
      <dsp:spPr>
        <a:xfrm>
          <a:off x="0" y="640568"/>
          <a:ext cx="6705600" cy="0"/>
        </a:xfrm>
        <a:prstGeom prst="line">
          <a:avLst/>
        </a:pr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1B09B5-E6FF-4633-83F8-4224C51C5A56}">
      <dsp:nvSpPr>
        <dsp:cNvPr id="0" name=""/>
        <dsp:cNvSpPr/>
      </dsp:nvSpPr>
      <dsp:spPr>
        <a:xfrm>
          <a:off x="1743456" y="2011"/>
          <a:ext cx="4962144" cy="638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Maintenance frequency</a:t>
          </a:r>
          <a:r>
            <a:rPr lang="en-US" sz="2000" b="1" kern="1200" dirty="0"/>
            <a:t>( LOT OF VARIATIONS SEEN )</a:t>
          </a:r>
          <a:endParaRPr lang="en-US" sz="2800" b="1" kern="1200" dirty="0"/>
        </a:p>
      </dsp:txBody>
      <dsp:txXfrm>
        <a:off x="1743456" y="2011"/>
        <a:ext cx="4962144" cy="638557"/>
      </dsp:txXfrm>
    </dsp:sp>
    <dsp:sp modelId="{25CC7E64-C1F7-4AF8-AE80-FDFA9C59E45E}">
      <dsp:nvSpPr>
        <dsp:cNvPr id="0" name=""/>
        <dsp:cNvSpPr/>
      </dsp:nvSpPr>
      <dsp:spPr>
        <a:xfrm>
          <a:off x="0" y="2011"/>
          <a:ext cx="1743456" cy="638557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4</a:t>
          </a:r>
        </a:p>
      </dsp:txBody>
      <dsp:txXfrm>
        <a:off x="31177" y="33188"/>
        <a:ext cx="1681102" cy="607380"/>
      </dsp:txXfrm>
    </dsp:sp>
    <dsp:sp modelId="{5C6AF60F-30F4-4A1B-872A-5CD3D0867488}">
      <dsp:nvSpPr>
        <dsp:cNvPr id="0" name=""/>
        <dsp:cNvSpPr/>
      </dsp:nvSpPr>
      <dsp:spPr>
        <a:xfrm>
          <a:off x="0" y="640568"/>
          <a:ext cx="6705600" cy="25578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USG 600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USG 900</a:t>
          </a:r>
        </a:p>
      </dsp:txBody>
      <dsp:txXfrm>
        <a:off x="0" y="640568"/>
        <a:ext cx="6705600" cy="25578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072866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072866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C893D10-7E9E-456F-9459-11E039AA5417}" type="datetimeFigureOut">
              <a:rPr lang="en-US"/>
              <a:pPr>
                <a:defRPr/>
              </a:pPr>
              <a:t>11/28/2024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072866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072866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EA520F3-A64E-4C0D-A9F4-311F673995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793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072866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072866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93245AE-6A9C-4E14-AE79-2314B6D21416}" type="datetimeFigureOut">
              <a:rPr lang="en-US"/>
              <a:pPr>
                <a:defRPr/>
              </a:pPr>
              <a:t>11/28/2024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072866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072866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0D30868-A465-4436-8C3B-07706CA954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04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071521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34967" algn="l" defTabSz="1071521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71521" algn="l" defTabSz="1071521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08074" algn="l" defTabSz="1071521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44628" algn="l" defTabSz="1071521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82058" algn="l" defTabSz="107282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18469" algn="l" defTabSz="107282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754880" algn="l" defTabSz="107282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291292" algn="l" defTabSz="107282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:\IVL Logo RG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433" y="141957"/>
            <a:ext cx="3028299" cy="847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1524" y="1600200"/>
            <a:ext cx="9902952" cy="2971800"/>
          </a:xfrm>
        </p:spPr>
        <p:txBody>
          <a:bodyPr rtlCol="0">
            <a:normAutofit/>
          </a:bodyPr>
          <a:lstStyle>
            <a:lvl1pPr>
              <a:defRPr sz="1400" b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723900" y="4876800"/>
            <a:ext cx="8458200" cy="381000"/>
          </a:xfrm>
        </p:spPr>
        <p:txBody>
          <a:bodyPr/>
          <a:lstStyle>
            <a:lvl1pPr>
              <a:defRPr>
                <a:solidFill>
                  <a:srgbClr val="33333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723900" y="5257800"/>
            <a:ext cx="8458200" cy="914400"/>
          </a:xfrm>
        </p:spPr>
        <p:txBody>
          <a:bodyPr anchor="ctr">
            <a:noAutofit/>
          </a:bodyPr>
          <a:lstStyle>
            <a:lvl1pPr marL="0" indent="0"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723900" y="6169152"/>
            <a:ext cx="8458200" cy="384048"/>
          </a:xfrm>
        </p:spPr>
        <p:txBody>
          <a:bodyPr anchor="b"/>
          <a:lstStyle>
            <a:lvl1pPr>
              <a:defRPr baseline="0">
                <a:solidFill>
                  <a:srgbClr val="33333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84048" y="219272"/>
            <a:ext cx="1673352" cy="667512"/>
          </a:xfrm>
        </p:spPr>
        <p:txBody>
          <a:bodyPr rtlCol="0">
            <a:normAutofit/>
          </a:bodyPr>
          <a:lstStyle>
            <a:lvl1pPr>
              <a:defRPr sz="1200" b="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384"/>
              </a:spcBef>
              <a:defRPr>
                <a:solidFill>
                  <a:schemeClr val="tx2"/>
                </a:solidFill>
              </a:defRPr>
            </a:lvl1pPr>
            <a:lvl2pPr>
              <a:spcBef>
                <a:spcPts val="384"/>
              </a:spcBef>
              <a:defRPr/>
            </a:lvl2pPr>
            <a:lvl3pPr>
              <a:spcBef>
                <a:spcPts val="384"/>
              </a:spcBef>
              <a:defRPr/>
            </a:lvl3pPr>
            <a:lvl4pPr>
              <a:spcBef>
                <a:spcPts val="384"/>
              </a:spcBef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906000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72866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18"/>
          </a:p>
        </p:txBody>
      </p:sp>
      <p:sp>
        <p:nvSpPr>
          <p:cNvPr id="5" name="Rectangle 8"/>
          <p:cNvSpPr/>
          <p:nvPr/>
        </p:nvSpPr>
        <p:spPr>
          <a:xfrm>
            <a:off x="0" y="3429001"/>
            <a:ext cx="9906000" cy="7302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72866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18"/>
          </a:p>
        </p:txBody>
      </p:sp>
      <p:sp>
        <p:nvSpPr>
          <p:cNvPr id="8" name="FooterSimple"/>
          <p:cNvSpPr txBox="1">
            <a:spLocks noChangeArrowheads="1"/>
          </p:cNvSpPr>
          <p:nvPr/>
        </p:nvSpPr>
        <p:spPr bwMode="auto">
          <a:xfrm>
            <a:off x="484188" y="6658332"/>
            <a:ext cx="125034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defTabSz="1072866" fontAlgn="auto">
              <a:spcBef>
                <a:spcPts val="0"/>
              </a:spcBef>
              <a:spcAft>
                <a:spcPts val="0"/>
              </a:spcAft>
              <a:defRPr/>
            </a:pPr>
            <a:fld id="{09B99C04-BAB0-4A16-B1AD-ADE9D6E8F429}" type="slidenum">
              <a:rPr lang="en-US" sz="800">
                <a:latin typeface="+mn-lt"/>
                <a:cs typeface="+mn-cs"/>
              </a:rPr>
              <a:pPr defTabSz="1072866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2400" b="1" dirty="0">
              <a:solidFill>
                <a:schemeClr val="bg2"/>
              </a:solidFill>
              <a:latin typeface="+mn-lt"/>
              <a:cs typeface="+mn-cs"/>
            </a:endParaRPr>
          </a:p>
        </p:txBody>
      </p:sp>
      <p:pic>
        <p:nvPicPr>
          <p:cNvPr id="10" name="Picture 9" descr="White on Transparent IVL new logo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477000" y="228600"/>
            <a:ext cx="2952750" cy="750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723900" y="4572000"/>
            <a:ext cx="8458200" cy="381000"/>
          </a:xfrm>
        </p:spPr>
        <p:txBody>
          <a:bodyPr anchor="b"/>
          <a:lstStyle>
            <a:lvl1pPr>
              <a:defRPr>
                <a:solidFill>
                  <a:srgbClr val="33333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723900" y="4953000"/>
            <a:ext cx="8458200" cy="914400"/>
          </a:xfrm>
        </p:spPr>
        <p:txBody>
          <a:bodyPr anchor="ctr">
            <a:noAutofit/>
          </a:bodyPr>
          <a:lstStyle>
            <a:lvl1pPr marL="0" indent="0"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2057400"/>
            <a:ext cx="4212000" cy="3581400"/>
          </a:xfrm>
        </p:spPr>
        <p:txBody>
          <a:bodyPr>
            <a:normAutofit/>
          </a:bodyPr>
          <a:lstStyle>
            <a:lvl1pPr marL="0" indent="0">
              <a:defRPr sz="12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60600" y="2057400"/>
            <a:ext cx="4212000" cy="3581400"/>
          </a:xfrm>
        </p:spPr>
        <p:txBody>
          <a:bodyPr>
            <a:normAutofit/>
          </a:bodyPr>
          <a:lstStyle>
            <a:lvl1pPr>
              <a:defRPr sz="12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2423162"/>
            <a:ext cx="2857500" cy="3291839"/>
          </a:xfrm>
        </p:spPr>
        <p:txBody>
          <a:bodyPr>
            <a:normAutofit/>
          </a:bodyPr>
          <a:lstStyle>
            <a:lvl1pPr>
              <a:defRPr sz="1200" b="0" i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0"/>
          </p:nvPr>
        </p:nvSpPr>
        <p:spPr>
          <a:xfrm>
            <a:off x="3538728" y="2423162"/>
            <a:ext cx="2862072" cy="3291839"/>
          </a:xfrm>
        </p:spPr>
        <p:txBody>
          <a:bodyPr>
            <a:normAutofit/>
          </a:bodyPr>
          <a:lstStyle>
            <a:lvl1pPr>
              <a:defRPr sz="1200" b="0" i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1"/>
          </p:nvPr>
        </p:nvSpPr>
        <p:spPr>
          <a:xfrm>
            <a:off x="6553200" y="2423162"/>
            <a:ext cx="2862072" cy="3291839"/>
          </a:xfrm>
        </p:spPr>
        <p:txBody>
          <a:bodyPr>
            <a:normAutofit/>
          </a:bodyPr>
          <a:lstStyle>
            <a:lvl1pPr>
              <a:defRPr sz="1200" b="0" i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650050" y="2133600"/>
            <a:ext cx="4068000" cy="1476000"/>
          </a:xfrm>
        </p:spPr>
        <p:txBody>
          <a:bodyPr>
            <a:normAutofit/>
          </a:bodyPr>
          <a:lstStyle>
            <a:lvl1pPr>
              <a:defRPr sz="12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0"/>
          </p:nvPr>
        </p:nvSpPr>
        <p:spPr>
          <a:xfrm>
            <a:off x="656400" y="4340225"/>
            <a:ext cx="4068000" cy="1476000"/>
          </a:xfrm>
        </p:spPr>
        <p:txBody>
          <a:bodyPr>
            <a:normAutofit/>
          </a:bodyPr>
          <a:lstStyle>
            <a:lvl1pPr>
              <a:defRPr sz="12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1"/>
          </p:nvPr>
        </p:nvSpPr>
        <p:spPr>
          <a:xfrm>
            <a:off x="5222050" y="2133600"/>
            <a:ext cx="4068000" cy="1476000"/>
          </a:xfrm>
        </p:spPr>
        <p:txBody>
          <a:bodyPr>
            <a:normAutofit/>
          </a:bodyPr>
          <a:lstStyle>
            <a:lvl1pPr>
              <a:defRPr sz="12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half" idx="12"/>
          </p:nvPr>
        </p:nvSpPr>
        <p:spPr>
          <a:xfrm>
            <a:off x="5228400" y="4340224"/>
            <a:ext cx="4068000" cy="1476000"/>
          </a:xfrm>
        </p:spPr>
        <p:txBody>
          <a:bodyPr>
            <a:normAutofit/>
          </a:bodyPr>
          <a:lstStyle>
            <a:lvl1pPr>
              <a:defRPr sz="12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914400" y="1752600"/>
            <a:ext cx="3657600" cy="1692000"/>
          </a:xfrm>
        </p:spPr>
        <p:txBody>
          <a:bodyPr>
            <a:norm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6"/>
          <p:cNvSpPr>
            <a:spLocks noGrp="1"/>
          </p:cNvSpPr>
          <p:nvPr>
            <p:ph sz="quarter" idx="11"/>
          </p:nvPr>
        </p:nvSpPr>
        <p:spPr>
          <a:xfrm>
            <a:off x="5334000" y="1752600"/>
            <a:ext cx="3657600" cy="1692000"/>
          </a:xfrm>
        </p:spPr>
        <p:txBody>
          <a:bodyPr>
            <a:norm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6"/>
          <p:cNvSpPr>
            <a:spLocks noGrp="1"/>
          </p:cNvSpPr>
          <p:nvPr>
            <p:ph sz="quarter" idx="12"/>
          </p:nvPr>
        </p:nvSpPr>
        <p:spPr>
          <a:xfrm>
            <a:off x="914400" y="4287000"/>
            <a:ext cx="3657600" cy="1692000"/>
          </a:xfrm>
        </p:spPr>
        <p:txBody>
          <a:bodyPr>
            <a:norm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16"/>
          <p:cNvSpPr>
            <a:spLocks noGrp="1"/>
          </p:cNvSpPr>
          <p:nvPr>
            <p:ph sz="quarter" idx="13"/>
          </p:nvPr>
        </p:nvSpPr>
        <p:spPr>
          <a:xfrm>
            <a:off x="5334000" y="4287000"/>
            <a:ext cx="3657600" cy="1692000"/>
          </a:xfrm>
        </p:spPr>
        <p:txBody>
          <a:bodyPr>
            <a:norm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hart Placeholder 15"/>
          <p:cNvSpPr>
            <a:spLocks noGrp="1"/>
          </p:cNvSpPr>
          <p:nvPr>
            <p:ph type="chart" sz="quarter" idx="10"/>
          </p:nvPr>
        </p:nvSpPr>
        <p:spPr>
          <a:xfrm>
            <a:off x="535800" y="1600200"/>
            <a:ext cx="4104000" cy="1152000"/>
          </a:xfrm>
        </p:spPr>
        <p:txBody>
          <a:bodyPr rtlCol="0">
            <a:normAutofit/>
          </a:bodyPr>
          <a:lstStyle>
            <a:lvl1pPr>
              <a:defRPr sz="1200" b="0"/>
            </a:lvl1pPr>
          </a:lstStyle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17" name="Chart Placeholder 15"/>
          <p:cNvSpPr>
            <a:spLocks noGrp="1"/>
          </p:cNvSpPr>
          <p:nvPr>
            <p:ph type="chart" sz="quarter" idx="11"/>
          </p:nvPr>
        </p:nvSpPr>
        <p:spPr>
          <a:xfrm>
            <a:off x="5260200" y="1600200"/>
            <a:ext cx="4104000" cy="1152000"/>
          </a:xfrm>
        </p:spPr>
        <p:txBody>
          <a:bodyPr rtlCol="0">
            <a:normAutofit/>
          </a:bodyPr>
          <a:lstStyle>
            <a:lvl1pPr>
              <a:defRPr sz="1200" b="0"/>
            </a:lvl1pPr>
          </a:lstStyle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18" name="Chart Placeholder 15"/>
          <p:cNvSpPr>
            <a:spLocks noGrp="1"/>
          </p:cNvSpPr>
          <p:nvPr>
            <p:ph type="chart" sz="quarter" idx="12"/>
          </p:nvPr>
        </p:nvSpPr>
        <p:spPr>
          <a:xfrm>
            <a:off x="533400" y="3276600"/>
            <a:ext cx="4104000" cy="1152000"/>
          </a:xfrm>
        </p:spPr>
        <p:txBody>
          <a:bodyPr rtlCol="0">
            <a:normAutofit/>
          </a:bodyPr>
          <a:lstStyle>
            <a:lvl1pPr>
              <a:defRPr sz="1200" b="0"/>
            </a:lvl1pPr>
          </a:lstStyle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19" name="Chart Placeholder 15"/>
          <p:cNvSpPr>
            <a:spLocks noGrp="1"/>
          </p:cNvSpPr>
          <p:nvPr>
            <p:ph type="chart" sz="quarter" idx="13"/>
          </p:nvPr>
        </p:nvSpPr>
        <p:spPr>
          <a:xfrm>
            <a:off x="5257800" y="3276600"/>
            <a:ext cx="4104000" cy="1152000"/>
          </a:xfrm>
        </p:spPr>
        <p:txBody>
          <a:bodyPr rtlCol="0">
            <a:normAutofit/>
          </a:bodyPr>
          <a:lstStyle>
            <a:lvl1pPr>
              <a:defRPr sz="1200" b="0"/>
            </a:lvl1pPr>
          </a:lstStyle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20" name="Chart Placeholder 15"/>
          <p:cNvSpPr>
            <a:spLocks noGrp="1"/>
          </p:cNvSpPr>
          <p:nvPr>
            <p:ph type="chart" sz="quarter" idx="14"/>
          </p:nvPr>
        </p:nvSpPr>
        <p:spPr>
          <a:xfrm>
            <a:off x="533400" y="4953000"/>
            <a:ext cx="4104000" cy="1152000"/>
          </a:xfrm>
        </p:spPr>
        <p:txBody>
          <a:bodyPr rtlCol="0">
            <a:normAutofit/>
          </a:bodyPr>
          <a:lstStyle>
            <a:lvl1pPr>
              <a:defRPr sz="1200" b="0"/>
            </a:lvl1pPr>
          </a:lstStyle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21" name="Chart Placeholder 15"/>
          <p:cNvSpPr>
            <a:spLocks noGrp="1"/>
          </p:cNvSpPr>
          <p:nvPr>
            <p:ph type="chart" sz="quarter" idx="15"/>
          </p:nvPr>
        </p:nvSpPr>
        <p:spPr>
          <a:xfrm>
            <a:off x="5257800" y="4953000"/>
            <a:ext cx="4104000" cy="1152000"/>
          </a:xfrm>
        </p:spPr>
        <p:txBody>
          <a:bodyPr rtlCol="0">
            <a:normAutofit/>
          </a:bodyPr>
          <a:lstStyle>
            <a:lvl1pPr>
              <a:defRPr sz="1200" b="0"/>
            </a:lvl1pPr>
          </a:lstStyle>
          <a:p>
            <a:pPr lvl="0"/>
            <a:r>
              <a:rPr lang="en-US" noProof="0"/>
              <a:t>Click icon to add chart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603000" y="1981200"/>
            <a:ext cx="5112000" cy="3672000"/>
          </a:xfrm>
        </p:spPr>
        <p:txBody>
          <a:bodyPr>
            <a:normAutofit/>
          </a:bodyPr>
          <a:lstStyle>
            <a:lvl1pPr>
              <a:defRPr sz="1200" b="0"/>
            </a:lvl1pPr>
            <a:lvl2pPr>
              <a:defRPr sz="1200" b="0"/>
            </a:lvl2pPr>
            <a:lvl3pPr>
              <a:defRPr sz="1200" b="0"/>
            </a:lvl3pPr>
            <a:lvl4pPr>
              <a:defRPr sz="1200" b="0"/>
            </a:lvl4pPr>
            <a:lvl5pPr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5"/>
          </p:nvPr>
        </p:nvSpPr>
        <p:spPr>
          <a:xfrm>
            <a:off x="6019800" y="1981200"/>
            <a:ext cx="3200400" cy="1584000"/>
          </a:xfrm>
        </p:spPr>
        <p:txBody>
          <a:bodyPr>
            <a:normAutofit/>
          </a:bodyPr>
          <a:lstStyle>
            <a:lvl1pPr>
              <a:defRPr sz="1200" b="0"/>
            </a:lvl1pPr>
            <a:lvl2pPr>
              <a:defRPr sz="1200" b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quarter" idx="16"/>
          </p:nvPr>
        </p:nvSpPr>
        <p:spPr>
          <a:xfrm>
            <a:off x="6019800" y="4207200"/>
            <a:ext cx="3200400" cy="1584000"/>
          </a:xfrm>
        </p:spPr>
        <p:txBody>
          <a:bodyPr>
            <a:normAutofit/>
          </a:bodyPr>
          <a:lstStyle>
            <a:lvl1pPr>
              <a:defRPr sz="1200" b="0"/>
            </a:lvl1pPr>
            <a:lvl2pPr>
              <a:defRPr sz="1200" b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233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:\IVL Logo RGB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7976" y="6309321"/>
            <a:ext cx="1701528" cy="475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95300" y="1524001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95300" y="152400"/>
            <a:ext cx="89154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53643" rIns="0" bIns="53643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9" name="FooterSimple"/>
          <p:cNvSpPr txBox="1">
            <a:spLocks noChangeArrowheads="1"/>
          </p:cNvSpPr>
          <p:nvPr/>
        </p:nvSpPr>
        <p:spPr bwMode="auto">
          <a:xfrm>
            <a:off x="484188" y="6658332"/>
            <a:ext cx="125034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defTabSz="1072866" fontAlgn="auto">
              <a:spcBef>
                <a:spcPts val="0"/>
              </a:spcBef>
              <a:spcAft>
                <a:spcPts val="0"/>
              </a:spcAft>
              <a:defRPr/>
            </a:pPr>
            <a:fld id="{7E06E1B8-3544-4D08-9D82-E4DF2C9A1380}" type="slidenum">
              <a:rPr lang="en-US" sz="800">
                <a:latin typeface="+mn-lt"/>
                <a:cs typeface="+mn-cs"/>
              </a:rPr>
              <a:pPr defTabSz="1072866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2400" b="1" dirty="0">
              <a:solidFill>
                <a:schemeClr val="bg2"/>
              </a:solidFill>
              <a:latin typeface="+mn-lt"/>
              <a:cs typeface="+mn-cs"/>
            </a:endParaRPr>
          </a:p>
        </p:txBody>
      </p:sp>
      <p:sp>
        <p:nvSpPr>
          <p:cNvPr id="21" name="Line 12"/>
          <p:cNvSpPr>
            <a:spLocks noChangeShapeType="1"/>
          </p:cNvSpPr>
          <p:nvPr/>
        </p:nvSpPr>
        <p:spPr bwMode="auto">
          <a:xfrm>
            <a:off x="504825" y="990600"/>
            <a:ext cx="89154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defTabSz="1072866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18" dirty="0">
              <a:latin typeface="+mn-lt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60512" y="6597353"/>
            <a:ext cx="7007696" cy="246221"/>
          </a:xfrm>
          <a:prstGeom prst="rect">
            <a:avLst/>
          </a:prstGeom>
        </p:spPr>
        <p:txBody>
          <a:bodyPr wrap="square" anchor="ctr" anchorCtr="1">
            <a:spAutoFit/>
          </a:bodyPr>
          <a:lstStyle/>
          <a:p>
            <a:pPr algn="ctr"/>
            <a:r>
              <a:rPr lang="en-US" sz="1000" b="0" i="0" kern="1200" baseline="30000" dirty="0">
                <a:solidFill>
                  <a:srgbClr val="666666"/>
                </a:solidFill>
                <a:effectLst/>
                <a:latin typeface="Arial" charset="0"/>
                <a:ea typeface="+mn-ea"/>
                <a:cs typeface="Arial" charset="0"/>
              </a:rPr>
              <a:t>©</a:t>
            </a:r>
            <a:r>
              <a:rPr lang="en-US" sz="1000" i="0" dirty="0">
                <a:solidFill>
                  <a:srgbClr val="797979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Indorama</a:t>
            </a:r>
            <a:r>
              <a:rPr lang="en-US" sz="1000" i="0" baseline="0" dirty="0">
                <a:solidFill>
                  <a:srgbClr val="797979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Ventures PCL             </a:t>
            </a:r>
            <a:r>
              <a:rPr lang="en-US" sz="1000" i="1" dirty="0">
                <a:solidFill>
                  <a:srgbClr val="797979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Our vision: To be a world-class chemical company making great products for society.</a:t>
            </a:r>
            <a:endParaRPr lang="en-US" sz="1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697" r:id="rId2"/>
    <p:sldLayoutId id="2147483748" r:id="rId3"/>
    <p:sldLayoutId id="2147483698" r:id="rId4"/>
    <p:sldLayoutId id="2147483699" r:id="rId5"/>
    <p:sldLayoutId id="2147483700" r:id="rId6"/>
    <p:sldLayoutId id="2147483701" r:id="rId7"/>
    <p:sldLayoutId id="2147483703" r:id="rId8"/>
    <p:sldLayoutId id="2147483708" r:id="rId9"/>
    <p:sldLayoutId id="2147483749" r:id="rId10"/>
  </p:sldLayoutIdLst>
  <p:txStyles>
    <p:titleStyle>
      <a:lvl1pPr algn="l" defTabSz="1071563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10715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defTabSz="10715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defTabSz="10715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defTabSz="10715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defTabSz="10715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defTabSz="10715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defTabSz="10715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defTabSz="10715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defTabSz="1071563" rtl="0" eaLnBrk="1" fontAlgn="base" hangingPunct="1">
        <a:spcBef>
          <a:spcPts val="388"/>
        </a:spcBef>
        <a:spcAft>
          <a:spcPct val="0"/>
        </a:spcAft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1071563" rtl="0" eaLnBrk="1" fontAlgn="base" hangingPunct="1">
        <a:spcBef>
          <a:spcPts val="388"/>
        </a:spcBef>
        <a:spcAft>
          <a:spcPct val="0"/>
        </a:spcAft>
        <a:buClr>
          <a:schemeClr val="tx2"/>
        </a:buClr>
        <a:buSzPct val="120000"/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1071563" rtl="0" eaLnBrk="1" fontAlgn="base" hangingPunct="1">
        <a:spcBef>
          <a:spcPts val="388"/>
        </a:spcBef>
        <a:spcAft>
          <a:spcPct val="0"/>
        </a:spcAft>
        <a:buClr>
          <a:schemeClr val="tx2"/>
        </a:buClr>
        <a:buFont typeface="Arial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defTabSz="1071563" rtl="0" eaLnBrk="1" fontAlgn="base" hangingPunct="1">
        <a:spcBef>
          <a:spcPts val="388"/>
        </a:spcBef>
        <a:spcAft>
          <a:spcPct val="0"/>
        </a:spcAft>
        <a:buClr>
          <a:schemeClr val="tx2"/>
        </a:buClr>
        <a:buFont typeface="Arial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413000" indent="-266700" algn="l" defTabSz="1071563" rtl="0" eaLnBrk="1" fontAlgn="base" hangingPunct="1">
        <a:spcBef>
          <a:spcPts val="388"/>
        </a:spcBef>
        <a:spcAft>
          <a:spcPct val="0"/>
        </a:spcAft>
        <a:buFont typeface="Arial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50380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86813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3246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59678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433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866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9298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5731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2164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8597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5029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91462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diagramLayout" Target="../diagrams/layout6.xml"/><Relationship Id="rId7" Type="http://schemas.openxmlformats.org/officeDocument/2006/relationships/image" Target="../media/image14.emf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12355" y="5059217"/>
            <a:ext cx="8458200" cy="427183"/>
          </a:xfrm>
        </p:spPr>
        <p:txBody>
          <a:bodyPr/>
          <a:lstStyle/>
          <a:p>
            <a:pPr marL="0" indent="0"/>
            <a:r>
              <a:rPr lang="en-GB" sz="1800" dirty="0"/>
              <a:t>Indorama ventures</a:t>
            </a:r>
          </a:p>
        </p:txBody>
      </p:sp>
      <p:sp>
        <p:nvSpPr>
          <p:cNvPr id="67586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723900" y="5543552"/>
            <a:ext cx="8458200" cy="422275"/>
          </a:xfrm>
        </p:spPr>
        <p:txBody>
          <a:bodyPr/>
          <a:lstStyle/>
          <a:p>
            <a:r>
              <a:rPr lang="en-GB" sz="2000" dirty="0"/>
              <a:t>BENCHMARKING</a:t>
            </a:r>
            <a:r>
              <a:rPr lang="en-GB" sz="3200" dirty="0"/>
              <a:t> </a:t>
            </a:r>
            <a:r>
              <a:rPr lang="en-GB" sz="2000" dirty="0"/>
              <a:t>POLYMER</a:t>
            </a:r>
            <a:r>
              <a:rPr lang="en-GB" sz="3200" dirty="0"/>
              <a:t> </a:t>
            </a:r>
            <a:r>
              <a:rPr lang="en-GB" sz="2000" dirty="0"/>
              <a:t>PUMPS/ CHIPS CUTTERS</a:t>
            </a:r>
            <a:r>
              <a:rPr lang="en-GB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5332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POLYMER PUMPS BENCHMARKING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7BD105A-55FA-40CB-8E1C-4B9CF323F8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8038628"/>
              </p:ext>
            </p:extLst>
          </p:nvPr>
        </p:nvGraphicFramePr>
        <p:xfrm>
          <a:off x="1066800" y="1447800"/>
          <a:ext cx="7696200" cy="4402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5D230762-5391-4C81-AF9A-EB25549EABB8}"/>
              </a:ext>
            </a:extLst>
          </p:cNvPr>
          <p:cNvGrpSpPr/>
          <p:nvPr/>
        </p:nvGrpSpPr>
        <p:grpSpPr>
          <a:xfrm>
            <a:off x="1338334" y="1980603"/>
            <a:ext cx="976566" cy="3376136"/>
            <a:chOff x="1338334" y="1980603"/>
            <a:chExt cx="976566" cy="337613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8AB15B7-4C99-41A8-8A02-52960C5CD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38334" y="4648200"/>
              <a:ext cx="714700" cy="70853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B7B7F9D-02A8-493B-ACE6-D2854B3B0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22610" y="1980603"/>
              <a:ext cx="640377" cy="74387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3D93F58-A561-4051-895F-5AF6945EE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00200" y="3340254"/>
              <a:ext cx="714700" cy="6369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8249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8"/>
          <p:cNvSpPr>
            <a:spLocks noGrp="1"/>
          </p:cNvSpPr>
          <p:nvPr>
            <p:ph type="title"/>
          </p:nvPr>
        </p:nvSpPr>
        <p:spPr>
          <a:xfrm>
            <a:off x="495300" y="-304800"/>
            <a:ext cx="8915400" cy="831850"/>
          </a:xfrm>
        </p:spPr>
        <p:txBody>
          <a:bodyPr/>
          <a:lstStyle/>
          <a:p>
            <a:r>
              <a:rPr lang="en-GB" dirty="0"/>
              <a:t>POLYMER PUMPS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1CB533-1191-4596-BAFC-45B82DDC6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" y="472117"/>
            <a:ext cx="9014460" cy="63858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3945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8"/>
          <p:cNvSpPr>
            <a:spLocks noGrp="1"/>
          </p:cNvSpPr>
          <p:nvPr>
            <p:ph type="title"/>
          </p:nvPr>
        </p:nvSpPr>
        <p:spPr>
          <a:xfrm>
            <a:off x="495300" y="-304800"/>
            <a:ext cx="8915400" cy="831850"/>
          </a:xfrm>
        </p:spPr>
        <p:txBody>
          <a:bodyPr/>
          <a:lstStyle/>
          <a:p>
            <a:r>
              <a:rPr lang="en-GB" dirty="0"/>
              <a:t>POLYMER PUMPS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B6E2AC-6D6E-4CA1-AFFF-A17EABC36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7050"/>
            <a:ext cx="9906000" cy="63309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5551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8"/>
          <p:cNvSpPr>
            <a:spLocks noGrp="1"/>
          </p:cNvSpPr>
          <p:nvPr>
            <p:ph type="title"/>
          </p:nvPr>
        </p:nvSpPr>
        <p:spPr>
          <a:xfrm>
            <a:off x="495300" y="-304800"/>
            <a:ext cx="8915400" cy="831850"/>
          </a:xfrm>
        </p:spPr>
        <p:txBody>
          <a:bodyPr/>
          <a:lstStyle/>
          <a:p>
            <a:r>
              <a:rPr lang="en-GB" dirty="0"/>
              <a:t>POLYMER PUMPS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EA6DBE-6D85-4FFF-952B-2E386BAD1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65791"/>
            <a:ext cx="9677400" cy="59264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88936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OBSERVATION  PRE-POLYMER PUMPS 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0D2012C8-522F-4A12-B6B3-2A2919B769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0186841"/>
              </p:ext>
            </p:extLst>
          </p:nvPr>
        </p:nvGraphicFramePr>
        <p:xfrm>
          <a:off x="495300" y="984250"/>
          <a:ext cx="8915400" cy="5340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1311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OBSERVATION FOR POLYMER PUMPS 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D028D61-F936-43D2-AF82-B4D9EDB682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9134274"/>
              </p:ext>
            </p:extLst>
          </p:nvPr>
        </p:nvGraphicFramePr>
        <p:xfrm>
          <a:off x="495300" y="914400"/>
          <a:ext cx="89154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1157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SUMMARY AND PATH FORWARD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25D261D2-D6FD-405B-8203-DC26B635769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10" b="99548" l="0" r="96279">
                        <a14:foregroundMark x1="14884" y1="33937" x2="14884" y2="33937"/>
                        <a14:foregroundMark x1="27442" y1="28507" x2="27442" y2="28507"/>
                        <a14:foregroundMark x1="22326" y1="30317" x2="22326" y2="30317"/>
                        <a14:foregroundMark x1="23256" y1="28959" x2="23256" y2="28959"/>
                        <a14:foregroundMark x1="26512" y1="24887" x2="26512" y2="24887"/>
                        <a14:foregroundMark x1="26512" y1="24887" x2="26512" y2="24887"/>
                        <a14:foregroundMark x1="27442" y1="22624" x2="27442" y2="22624"/>
                        <a14:foregroundMark x1="30233" y1="20362" x2="30233" y2="20362"/>
                        <a14:foregroundMark x1="35349" y1="19457" x2="35349" y2="19457"/>
                        <a14:foregroundMark x1="39070" y1="7692" x2="39070" y2="7692"/>
                        <a14:foregroundMark x1="46047" y1="6787" x2="46047" y2="6787"/>
                        <a14:foregroundMark x1="53488" y1="3620" x2="53488" y2="3620"/>
                        <a14:foregroundMark x1="5116" y1="45249" x2="5116" y2="45249"/>
                        <a14:foregroundMark x1="3256" y1="54299" x2="3256" y2="54299"/>
                        <a14:foregroundMark x1="1395" y1="58371" x2="1395" y2="58371"/>
                        <a14:foregroundMark x1="1395" y1="61991" x2="1395" y2="61991"/>
                        <a14:foregroundMark x1="21395" y1="17195" x2="21395" y2="17195"/>
                        <a14:foregroundMark x1="15349" y1="27149" x2="15349" y2="27149"/>
                        <a14:foregroundMark x1="12093" y1="32127" x2="12093" y2="32127"/>
                        <a14:foregroundMark x1="59535" y1="3620" x2="59535" y2="3620"/>
                        <a14:foregroundMark x1="51628" y1="10860" x2="51628" y2="10860"/>
                        <a14:foregroundMark x1="60465" y1="9050" x2="60465" y2="9050"/>
                        <a14:foregroundMark x1="66047" y1="3167" x2="66047" y2="3167"/>
                        <a14:foregroundMark x1="92093" y1="23529" x2="92093" y2="23529"/>
                        <a14:foregroundMark x1="93953" y1="61086" x2="93953" y2="61086"/>
                        <a14:foregroundMark x1="85581" y1="71493" x2="85581" y2="71493"/>
                        <a14:foregroundMark x1="39070" y1="96380" x2="39070" y2="96380"/>
                        <a14:foregroundMark x1="92558" y1="38462" x2="92558" y2="38462"/>
                        <a14:foregroundMark x1="97209" y1="39819" x2="97209" y2="39819"/>
                        <a14:foregroundMark x1="41395" y1="80090" x2="41395" y2="80090"/>
                        <a14:foregroundMark x1="24186" y1="64706" x2="24186" y2="64706"/>
                        <a14:foregroundMark x1="79535" y1="4072" x2="79535" y2="4072"/>
                        <a14:foregroundMark x1="75349" y1="2262" x2="75349" y2="2262"/>
                        <a14:foregroundMark x1="76744" y1="4525" x2="76744" y2="4525"/>
                        <a14:foregroundMark x1="79070" y1="4525" x2="79070" y2="4525"/>
                        <a14:foregroundMark x1="49302" y1="99548" x2="49302" y2="99548"/>
                      </a14:backgroundRemoval>
                    </a14:imgEffect>
                    <a14:imgEffect>
                      <a14:artisticGlowDiffused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177913"/>
            <a:ext cx="5410200" cy="556118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09600" y="1676400"/>
            <a:ext cx="878297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000" dirty="0"/>
              <a:t>Pumps seals and spare parts pricing for similar models to be benchmarked and have group discounted pricing discussions with MAAG for reducing cost .</a:t>
            </a:r>
          </a:p>
          <a:p>
            <a:pPr marL="457200" indent="-457200">
              <a:buAutoNum type="arabicParenR"/>
            </a:pPr>
            <a:endParaRPr lang="en-US" sz="2000" dirty="0"/>
          </a:p>
          <a:p>
            <a:pPr marL="457200" indent="-457200">
              <a:buAutoNum type="arabicParenR"/>
            </a:pPr>
            <a:r>
              <a:rPr lang="en-US" dirty="0"/>
              <a:t>Support  from MAAG for spares for pumps which are operating since 1994/96 &amp; study upgradation possibility .</a:t>
            </a:r>
          </a:p>
          <a:p>
            <a:pPr marL="457200" indent="-457200">
              <a:buAutoNum type="arabicParenR"/>
            </a:pPr>
            <a:endParaRPr lang="en-US" dirty="0"/>
          </a:p>
          <a:p>
            <a:pPr marL="457200" indent="-457200">
              <a:buAutoNum type="arabicParenR"/>
            </a:pPr>
            <a:r>
              <a:rPr lang="en-US" dirty="0"/>
              <a:t> Modify /upgrade seal types to have more reliability on operation .</a:t>
            </a:r>
          </a:p>
          <a:p>
            <a:pPr marL="457200" indent="-457200">
              <a:buAutoNum type="arabicParenR"/>
            </a:pPr>
            <a:endParaRPr lang="en-US" dirty="0"/>
          </a:p>
          <a:p>
            <a:pPr marL="457200" indent="-457200">
              <a:buAutoNum type="arabicParenR"/>
            </a:pPr>
            <a:endParaRPr lang="en-US" dirty="0"/>
          </a:p>
          <a:p>
            <a:pPr marL="457200" indent="-457200">
              <a:buAutoNum type="arabicParenR"/>
            </a:pPr>
            <a:endParaRPr lang="en-US" dirty="0"/>
          </a:p>
          <a:p>
            <a:pPr marL="457200" indent="-457200">
              <a:buAutoNum type="arabi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272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CUTTER BENCHMARKING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7BD105A-55FA-40CB-8E1C-4B9CF323F8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6621327"/>
              </p:ext>
            </p:extLst>
          </p:nvPr>
        </p:nvGraphicFramePr>
        <p:xfrm>
          <a:off x="1066800" y="1447800"/>
          <a:ext cx="7696200" cy="4402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B837728B-331B-44EF-9D82-DC173533E44F}"/>
              </a:ext>
            </a:extLst>
          </p:cNvPr>
          <p:cNvGrpSpPr/>
          <p:nvPr/>
        </p:nvGrpSpPr>
        <p:grpSpPr>
          <a:xfrm>
            <a:off x="1338334" y="1980603"/>
            <a:ext cx="976566" cy="3376136"/>
            <a:chOff x="1338334" y="1980603"/>
            <a:chExt cx="976566" cy="337613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BFDF048-5EFD-4139-A6E7-77F09A773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38334" y="4648200"/>
              <a:ext cx="714700" cy="70853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1E45F39-97F5-4B19-B5D0-5FEE5290B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22610" y="1980603"/>
              <a:ext cx="640377" cy="74387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C49B693-5B06-4EA6-9FDE-1D92385CE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00200" y="3340254"/>
              <a:ext cx="714700" cy="6369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2907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RIETER CUTTERS AT IVL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ED01B5-EBF7-4EB3-9B99-EBE3D8744BF3}"/>
              </a:ext>
            </a:extLst>
          </p:cNvPr>
          <p:cNvSpPr txBox="1"/>
          <p:nvPr/>
        </p:nvSpPr>
        <p:spPr>
          <a:xfrm>
            <a:off x="1143000" y="1295400"/>
            <a:ext cx="79629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USG 600 MODEL</a:t>
            </a:r>
            <a:r>
              <a:rPr lang="en-US" sz="2800" b="1" dirty="0">
                <a:solidFill>
                  <a:srgbClr val="002060"/>
                </a:solidFill>
              </a:rPr>
              <a:t>		      </a:t>
            </a:r>
            <a:r>
              <a:rPr lang="en-US" sz="2800" b="1" dirty="0">
                <a:solidFill>
                  <a:srgbClr val="FF0000"/>
                </a:solidFill>
              </a:rPr>
              <a:t>Total</a:t>
            </a:r>
            <a:r>
              <a:rPr lang="en-US" sz="2800" b="1" dirty="0">
                <a:solidFill>
                  <a:srgbClr val="C00000"/>
                </a:solidFill>
              </a:rPr>
              <a:t> 	28</a:t>
            </a:r>
          </a:p>
          <a:p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**</a:t>
            </a:r>
            <a:r>
              <a:rPr lang="en-US" sz="2800" b="1" dirty="0">
                <a:solidFill>
                  <a:srgbClr val="002060"/>
                </a:solidFill>
              </a:rPr>
              <a:t> </a:t>
            </a:r>
            <a:r>
              <a:rPr lang="en-US" sz="2400" b="1" dirty="0">
                <a:solidFill>
                  <a:schemeClr val="accent5">
                    <a:lumMod val="25000"/>
                  </a:schemeClr>
                </a:solidFill>
              </a:rPr>
              <a:t>M-USG-600 H</a:t>
            </a:r>
            <a:r>
              <a:rPr lang="en-US" sz="2800" b="1" dirty="0">
                <a:solidFill>
                  <a:schemeClr val="accent5">
                    <a:lumMod val="25000"/>
                  </a:schemeClr>
                </a:solidFill>
              </a:rPr>
              <a:t>			 Total 	2</a:t>
            </a:r>
          </a:p>
          <a:p>
            <a:r>
              <a:rPr lang="en-US" sz="2800" b="1" dirty="0">
                <a:solidFill>
                  <a:schemeClr val="accent5">
                    <a:lumMod val="25000"/>
                  </a:schemeClr>
                </a:solidFill>
              </a:rPr>
              <a:t>     </a:t>
            </a:r>
            <a:r>
              <a:rPr lang="en-US" sz="2000" b="1" dirty="0">
                <a:solidFill>
                  <a:schemeClr val="accent5">
                    <a:lumMod val="25000"/>
                  </a:schemeClr>
                </a:solidFill>
              </a:rPr>
              <a:t>APT</a:t>
            </a:r>
            <a:r>
              <a:rPr lang="en-US" sz="2800" b="1" dirty="0">
                <a:solidFill>
                  <a:schemeClr val="accent5">
                    <a:lumMod val="25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accent5">
                    <a:lumMod val="25000"/>
                  </a:schemeClr>
                </a:solidFill>
              </a:rPr>
              <a:t>CP-2</a:t>
            </a:r>
            <a:r>
              <a:rPr lang="en-US" sz="2800" b="1" dirty="0">
                <a:solidFill>
                  <a:schemeClr val="accent5">
                    <a:lumMod val="25000"/>
                  </a:schemeClr>
                </a:solidFill>
              </a:rPr>
              <a:t> / </a:t>
            </a:r>
            <a:r>
              <a:rPr lang="en-US" sz="2000" b="1" dirty="0">
                <a:solidFill>
                  <a:schemeClr val="accent5">
                    <a:lumMod val="25000"/>
                  </a:schemeClr>
                </a:solidFill>
              </a:rPr>
              <a:t>GIVL </a:t>
            </a:r>
            <a:endParaRPr lang="en-US" sz="2800" b="1" dirty="0">
              <a:solidFill>
                <a:schemeClr val="accent5">
                  <a:lumMod val="25000"/>
                </a:schemeClr>
              </a:solidFill>
            </a:endParaRPr>
          </a:p>
          <a:p>
            <a:endParaRPr lang="en-US" sz="2800" b="1" dirty="0">
              <a:solidFill>
                <a:srgbClr val="002060"/>
              </a:solidFill>
            </a:endParaRPr>
          </a:p>
          <a:p>
            <a:endParaRPr lang="en-US" sz="2800" b="1" dirty="0">
              <a:solidFill>
                <a:srgbClr val="002060"/>
              </a:solidFill>
            </a:endParaRPr>
          </a:p>
          <a:p>
            <a:r>
              <a:rPr lang="en-US" sz="28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USG 900 MODEL</a:t>
            </a:r>
            <a:r>
              <a:rPr lang="en-US" sz="2800" b="1" dirty="0">
                <a:solidFill>
                  <a:srgbClr val="002060"/>
                </a:solidFill>
              </a:rPr>
              <a:t>		       </a:t>
            </a:r>
            <a:r>
              <a:rPr lang="en-US" sz="2800" b="1" dirty="0">
                <a:solidFill>
                  <a:srgbClr val="FF0000"/>
                </a:solidFill>
              </a:rPr>
              <a:t>Total</a:t>
            </a:r>
            <a:r>
              <a:rPr lang="en-US" sz="2800" b="1" dirty="0">
                <a:solidFill>
                  <a:srgbClr val="C00000"/>
                </a:solidFill>
              </a:rPr>
              <a:t>	25</a:t>
            </a:r>
          </a:p>
          <a:p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**</a:t>
            </a:r>
            <a:r>
              <a:rPr lang="en-US" sz="2800" b="1" dirty="0">
                <a:solidFill>
                  <a:srgbClr val="002060"/>
                </a:solidFill>
              </a:rPr>
              <a:t> </a:t>
            </a:r>
            <a:r>
              <a:rPr lang="en-US" sz="2000" b="1" dirty="0">
                <a:solidFill>
                  <a:schemeClr val="accent5">
                    <a:lumMod val="25000"/>
                  </a:schemeClr>
                </a:solidFill>
              </a:rPr>
              <a:t>M-USG-900 H     </a:t>
            </a:r>
            <a:r>
              <a:rPr lang="en-US" sz="2800" b="1" dirty="0">
                <a:solidFill>
                  <a:schemeClr val="accent5">
                    <a:lumMod val="25000"/>
                  </a:schemeClr>
                </a:solidFill>
              </a:rPr>
              <a:t>			Total 	9 </a:t>
            </a:r>
          </a:p>
          <a:p>
            <a:r>
              <a:rPr lang="en-US" sz="2800" b="1" dirty="0">
                <a:solidFill>
                  <a:schemeClr val="accent5">
                    <a:lumMod val="25000"/>
                  </a:schemeClr>
                </a:solidFill>
              </a:rPr>
              <a:t>    </a:t>
            </a:r>
            <a:r>
              <a:rPr lang="en-US" sz="2000" b="1" dirty="0">
                <a:solidFill>
                  <a:schemeClr val="accent5">
                    <a:lumMod val="25000"/>
                  </a:schemeClr>
                </a:solidFill>
              </a:rPr>
              <a:t>OGP(3)/SPT(3)/IVPM(3)</a:t>
            </a:r>
            <a:endParaRPr lang="en-US" sz="2800" b="1" dirty="0">
              <a:solidFill>
                <a:srgbClr val="002060"/>
              </a:solidFill>
            </a:endParaRPr>
          </a:p>
          <a:p>
            <a:endParaRPr lang="en-US" sz="2800" b="1" dirty="0">
              <a:solidFill>
                <a:srgbClr val="002060"/>
              </a:solidFill>
            </a:endParaRPr>
          </a:p>
          <a:p>
            <a:endParaRPr lang="en-US" sz="2800" b="1" dirty="0">
              <a:solidFill>
                <a:srgbClr val="002060"/>
              </a:solidFill>
            </a:endParaRPr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A6008C36-C223-41D2-BB09-33450BED19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10" b="99548" l="0" r="96279">
                        <a14:foregroundMark x1="14884" y1="33937" x2="14884" y2="33937"/>
                        <a14:foregroundMark x1="27442" y1="28507" x2="27442" y2="28507"/>
                        <a14:foregroundMark x1="22326" y1="30317" x2="22326" y2="30317"/>
                        <a14:foregroundMark x1="23256" y1="28959" x2="23256" y2="28959"/>
                        <a14:foregroundMark x1="26512" y1="24887" x2="26512" y2="24887"/>
                        <a14:foregroundMark x1="26512" y1="24887" x2="26512" y2="24887"/>
                        <a14:foregroundMark x1="27442" y1="22624" x2="27442" y2="22624"/>
                        <a14:foregroundMark x1="30233" y1="20362" x2="30233" y2="20362"/>
                        <a14:foregroundMark x1="35349" y1="19457" x2="35349" y2="19457"/>
                        <a14:foregroundMark x1="39070" y1="7692" x2="39070" y2="7692"/>
                        <a14:foregroundMark x1="46047" y1="6787" x2="46047" y2="6787"/>
                        <a14:foregroundMark x1="53488" y1="3620" x2="53488" y2="3620"/>
                        <a14:foregroundMark x1="5116" y1="45249" x2="5116" y2="45249"/>
                        <a14:foregroundMark x1="3256" y1="54299" x2="3256" y2="54299"/>
                        <a14:foregroundMark x1="1395" y1="58371" x2="1395" y2="58371"/>
                        <a14:foregroundMark x1="1395" y1="61991" x2="1395" y2="61991"/>
                        <a14:foregroundMark x1="21395" y1="17195" x2="21395" y2="17195"/>
                        <a14:foregroundMark x1="15349" y1="27149" x2="15349" y2="27149"/>
                        <a14:foregroundMark x1="12093" y1="32127" x2="12093" y2="32127"/>
                        <a14:foregroundMark x1="59535" y1="3620" x2="59535" y2="3620"/>
                        <a14:foregroundMark x1="51628" y1="10860" x2="51628" y2="10860"/>
                        <a14:foregroundMark x1="60465" y1="9050" x2="60465" y2="9050"/>
                        <a14:foregroundMark x1="66047" y1="3167" x2="66047" y2="3167"/>
                        <a14:foregroundMark x1="92093" y1="23529" x2="92093" y2="23529"/>
                        <a14:foregroundMark x1="93953" y1="61086" x2="93953" y2="61086"/>
                        <a14:foregroundMark x1="85581" y1="71493" x2="85581" y2="71493"/>
                        <a14:foregroundMark x1="39070" y1="96380" x2="39070" y2="96380"/>
                        <a14:foregroundMark x1="92558" y1="38462" x2="92558" y2="38462"/>
                        <a14:foregroundMark x1="97209" y1="39819" x2="97209" y2="39819"/>
                        <a14:foregroundMark x1="41395" y1="80090" x2="41395" y2="80090"/>
                        <a14:foregroundMark x1="24186" y1="64706" x2="24186" y2="64706"/>
                        <a14:foregroundMark x1="79535" y1="4072" x2="79535" y2="4072"/>
                        <a14:foregroundMark x1="75349" y1="2262" x2="75349" y2="2262"/>
                        <a14:foregroundMark x1="76744" y1="4525" x2="76744" y2="4525"/>
                        <a14:foregroundMark x1="79070" y1="4525" x2="79070" y2="4525"/>
                        <a14:foregroundMark x1="49302" y1="99548" x2="49302" y2="99548"/>
                      </a14:backgroundRemoval>
                    </a14:imgEffect>
                    <a14:imgEffect>
                      <a14:artisticGlowDiffused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295399"/>
            <a:ext cx="5295904" cy="544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414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>
            <a:extLst>
              <a:ext uri="{FF2B5EF4-FFF2-40B4-BE49-F238E27FC236}">
                <a16:creationId xmlns:a16="http://schemas.microsoft.com/office/drawing/2014/main" id="{2A47B604-AD7F-4A96-8624-EC7AEC7F6AD4}"/>
              </a:ext>
            </a:extLst>
          </p:cNvPr>
          <p:cNvSpPr txBox="1">
            <a:spLocks/>
          </p:cNvSpPr>
          <p:nvPr/>
        </p:nvSpPr>
        <p:spPr bwMode="auto">
          <a:xfrm>
            <a:off x="332839" y="-348524"/>
            <a:ext cx="89154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53643" rIns="0" bIns="53643" numCol="1" anchor="b" anchorCtr="0" compatLnSpc="1">
            <a:prstTxWarp prst="textNoShape">
              <a:avLst/>
            </a:prstTxWarp>
          </a:bodyPr>
          <a:lstStyle>
            <a:lvl1pPr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2pPr>
            <a:lvl3pPr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3pPr>
            <a:lvl4pPr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4pPr>
            <a:lvl5pPr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5pPr>
            <a:lvl6pPr marL="457200"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6pPr>
            <a:lvl7pPr marL="914400"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7pPr>
            <a:lvl8pPr marL="1371600"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8pPr>
            <a:lvl9pPr marL="1828800"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defTabSz="1244600">
              <a:lnSpc>
                <a:spcPct val="90000"/>
              </a:lnSpc>
              <a:spcAft>
                <a:spcPct val="35000"/>
              </a:spcAft>
            </a:pPr>
            <a:r>
              <a:rPr lang="en-US" sz="2800" dirty="0"/>
              <a:t>CUTTERS DATA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ECC10F3-1865-4E0F-AC3F-2C1AA2B03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0" y="483325"/>
            <a:ext cx="9344560" cy="63746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64980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>
            <a:extLst>
              <a:ext uri="{FF2B5EF4-FFF2-40B4-BE49-F238E27FC236}">
                <a16:creationId xmlns:a16="http://schemas.microsoft.com/office/drawing/2014/main" id="{2A47B604-AD7F-4A96-8624-EC7AEC7F6AD4}"/>
              </a:ext>
            </a:extLst>
          </p:cNvPr>
          <p:cNvSpPr txBox="1">
            <a:spLocks/>
          </p:cNvSpPr>
          <p:nvPr/>
        </p:nvSpPr>
        <p:spPr bwMode="auto">
          <a:xfrm>
            <a:off x="332839" y="-348524"/>
            <a:ext cx="89154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53643" rIns="0" bIns="53643" numCol="1" anchor="b" anchorCtr="0" compatLnSpc="1">
            <a:prstTxWarp prst="textNoShape">
              <a:avLst/>
            </a:prstTxWarp>
          </a:bodyPr>
          <a:lstStyle>
            <a:lvl1pPr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2pPr>
            <a:lvl3pPr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3pPr>
            <a:lvl4pPr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4pPr>
            <a:lvl5pPr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5pPr>
            <a:lvl6pPr marL="457200"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6pPr>
            <a:lvl7pPr marL="914400"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7pPr>
            <a:lvl8pPr marL="1371600"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8pPr>
            <a:lvl9pPr marL="1828800"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defTabSz="1244600">
              <a:lnSpc>
                <a:spcPct val="90000"/>
              </a:lnSpc>
              <a:spcAft>
                <a:spcPct val="35000"/>
              </a:spcAft>
            </a:pPr>
            <a:r>
              <a:rPr lang="en-US" sz="2800" dirty="0"/>
              <a:t>CUTTERS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C7340B-AD41-4F4D-9E43-6BFBA594C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70" y="483326"/>
            <a:ext cx="9477330" cy="62997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16281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>
            <a:extLst>
              <a:ext uri="{FF2B5EF4-FFF2-40B4-BE49-F238E27FC236}">
                <a16:creationId xmlns:a16="http://schemas.microsoft.com/office/drawing/2014/main" id="{2A47B604-AD7F-4A96-8624-EC7AEC7F6AD4}"/>
              </a:ext>
            </a:extLst>
          </p:cNvPr>
          <p:cNvSpPr txBox="1">
            <a:spLocks/>
          </p:cNvSpPr>
          <p:nvPr/>
        </p:nvSpPr>
        <p:spPr bwMode="auto">
          <a:xfrm>
            <a:off x="495300" y="152400"/>
            <a:ext cx="89154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53643" rIns="0" bIns="53643" numCol="1" anchor="b" anchorCtr="0" compatLnSpc="1">
            <a:prstTxWarp prst="textNoShape">
              <a:avLst/>
            </a:prstTxWarp>
          </a:bodyPr>
          <a:lstStyle>
            <a:lvl1pPr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2pPr>
            <a:lvl3pPr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3pPr>
            <a:lvl4pPr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4pPr>
            <a:lvl5pPr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5pPr>
            <a:lvl6pPr marL="457200"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6pPr>
            <a:lvl7pPr marL="914400"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7pPr>
            <a:lvl8pPr marL="1371600"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8pPr>
            <a:lvl9pPr marL="1828800" algn="l" defTabSz="10715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defTabSz="1244600">
              <a:lnSpc>
                <a:spcPct val="90000"/>
              </a:lnSpc>
              <a:spcAft>
                <a:spcPct val="35000"/>
              </a:spcAft>
            </a:pPr>
            <a:r>
              <a:rPr lang="en-US" sz="2800" dirty="0"/>
              <a:t>CUTTERS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6DF528-DD2A-4B1F-AF47-6E0D50382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80082"/>
            <a:ext cx="9753600" cy="369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894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OBSERVATION 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F4E610F0-7745-4E46-95EA-E19E483E18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8222265"/>
              </p:ext>
            </p:extLst>
          </p:nvPr>
        </p:nvGraphicFramePr>
        <p:xfrm>
          <a:off x="990600" y="1219200"/>
          <a:ext cx="8229600" cy="4936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7865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OBSERVATION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7CE798C-2E1B-43E4-824D-C527EC4116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6441069"/>
              </p:ext>
            </p:extLst>
          </p:nvPr>
        </p:nvGraphicFramePr>
        <p:xfrm>
          <a:off x="497477" y="1066800"/>
          <a:ext cx="6705600" cy="3200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BFBB576-3815-4EC6-AEC0-FB4EF366DD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590" y="4398560"/>
            <a:ext cx="9114609" cy="19009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168B88-46A9-44AD-85F4-406A9BA2B0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590" y="2133600"/>
            <a:ext cx="9114609" cy="1676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64245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REPETITIVE ISSUES FACED BY IVL SITES IN CUTTERS </a:t>
            </a:r>
          </a:p>
        </p:txBody>
      </p: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770D36BC-5B6D-4A3E-AAB3-BE0C88E0AC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10" b="99548" l="0" r="96279">
                        <a14:foregroundMark x1="14884" y1="33937" x2="14884" y2="33937"/>
                        <a14:foregroundMark x1="27442" y1="28507" x2="27442" y2="28507"/>
                        <a14:foregroundMark x1="22326" y1="30317" x2="22326" y2="30317"/>
                        <a14:foregroundMark x1="23256" y1="28959" x2="23256" y2="28959"/>
                        <a14:foregroundMark x1="26512" y1="24887" x2="26512" y2="24887"/>
                        <a14:foregroundMark x1="26512" y1="24887" x2="26512" y2="24887"/>
                        <a14:foregroundMark x1="27442" y1="22624" x2="27442" y2="22624"/>
                        <a14:foregroundMark x1="30233" y1="20362" x2="30233" y2="20362"/>
                        <a14:foregroundMark x1="35349" y1="19457" x2="35349" y2="19457"/>
                        <a14:foregroundMark x1="39070" y1="7692" x2="39070" y2="7692"/>
                        <a14:foregroundMark x1="46047" y1="6787" x2="46047" y2="6787"/>
                        <a14:foregroundMark x1="53488" y1="3620" x2="53488" y2="3620"/>
                        <a14:foregroundMark x1="5116" y1="45249" x2="5116" y2="45249"/>
                        <a14:foregroundMark x1="3256" y1="54299" x2="3256" y2="54299"/>
                        <a14:foregroundMark x1="1395" y1="58371" x2="1395" y2="58371"/>
                        <a14:foregroundMark x1="1395" y1="61991" x2="1395" y2="61991"/>
                        <a14:foregroundMark x1="21395" y1="17195" x2="21395" y2="17195"/>
                        <a14:foregroundMark x1="15349" y1="27149" x2="15349" y2="27149"/>
                        <a14:foregroundMark x1="12093" y1="32127" x2="12093" y2="32127"/>
                        <a14:foregroundMark x1="59535" y1="3620" x2="59535" y2="3620"/>
                        <a14:foregroundMark x1="51628" y1="10860" x2="51628" y2="10860"/>
                        <a14:foregroundMark x1="60465" y1="9050" x2="60465" y2="9050"/>
                        <a14:foregroundMark x1="66047" y1="3167" x2="66047" y2="3167"/>
                        <a14:foregroundMark x1="92093" y1="23529" x2="92093" y2="23529"/>
                        <a14:foregroundMark x1="93953" y1="61086" x2="93953" y2="61086"/>
                        <a14:foregroundMark x1="85581" y1="71493" x2="85581" y2="71493"/>
                        <a14:foregroundMark x1="39070" y1="96380" x2="39070" y2="96380"/>
                        <a14:foregroundMark x1="92558" y1="38462" x2="92558" y2="38462"/>
                        <a14:foregroundMark x1="97209" y1="39819" x2="97209" y2="39819"/>
                        <a14:foregroundMark x1="41395" y1="80090" x2="41395" y2="80090"/>
                        <a14:foregroundMark x1="24186" y1="64706" x2="24186" y2="64706"/>
                        <a14:foregroundMark x1="79535" y1="4072" x2="79535" y2="4072"/>
                        <a14:foregroundMark x1="75349" y1="2262" x2="75349" y2="2262"/>
                        <a14:foregroundMark x1="76744" y1="4525" x2="76744" y2="4525"/>
                        <a14:foregroundMark x1="79070" y1="4525" x2="79070" y2="4525"/>
                        <a14:foregroundMark x1="49302" y1="99548" x2="49302" y2="99548"/>
                      </a14:backgroundRemoval>
                    </a14:imgEffect>
                    <a14:imgEffect>
                      <a14:artisticGlowDiffused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177913"/>
            <a:ext cx="5410200" cy="55611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DA0CE7-E8FD-40C2-BB8E-9DCF09689DE6}"/>
              </a:ext>
            </a:extLst>
          </p:cNvPr>
          <p:cNvSpPr txBox="1"/>
          <p:nvPr/>
        </p:nvSpPr>
        <p:spPr>
          <a:xfrm>
            <a:off x="979394" y="1881013"/>
            <a:ext cx="843130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IR sensor malfunction causing big lumps on cutter.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Long and thin pellets during start / running (USG 600 models).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Cutter cannot re-start at operating capacity need to reduce to 50% throughput to take in line ( USG 600  models 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Stand monitoring actuated due to overflow water distributor blocks with algae.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51982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PATH FORWARD</a:t>
            </a:r>
          </a:p>
        </p:txBody>
      </p: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770D36BC-5B6D-4A3E-AAB3-BE0C88E0AC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10" b="99548" l="0" r="96279">
                        <a14:foregroundMark x1="14884" y1="33937" x2="14884" y2="33937"/>
                        <a14:foregroundMark x1="27442" y1="28507" x2="27442" y2="28507"/>
                        <a14:foregroundMark x1="22326" y1="30317" x2="22326" y2="30317"/>
                        <a14:foregroundMark x1="23256" y1="28959" x2="23256" y2="28959"/>
                        <a14:foregroundMark x1="26512" y1="24887" x2="26512" y2="24887"/>
                        <a14:foregroundMark x1="26512" y1="24887" x2="26512" y2="24887"/>
                        <a14:foregroundMark x1="27442" y1="22624" x2="27442" y2="22624"/>
                        <a14:foregroundMark x1="30233" y1="20362" x2="30233" y2="20362"/>
                        <a14:foregroundMark x1="35349" y1="19457" x2="35349" y2="19457"/>
                        <a14:foregroundMark x1="39070" y1="7692" x2="39070" y2="7692"/>
                        <a14:foregroundMark x1="46047" y1="6787" x2="46047" y2="6787"/>
                        <a14:foregroundMark x1="53488" y1="3620" x2="53488" y2="3620"/>
                        <a14:foregroundMark x1="5116" y1="45249" x2="5116" y2="45249"/>
                        <a14:foregroundMark x1="3256" y1="54299" x2="3256" y2="54299"/>
                        <a14:foregroundMark x1="1395" y1="58371" x2="1395" y2="58371"/>
                        <a14:foregroundMark x1="1395" y1="61991" x2="1395" y2="61991"/>
                        <a14:foregroundMark x1="21395" y1="17195" x2="21395" y2="17195"/>
                        <a14:foregroundMark x1="15349" y1="27149" x2="15349" y2="27149"/>
                        <a14:foregroundMark x1="12093" y1="32127" x2="12093" y2="32127"/>
                        <a14:foregroundMark x1="59535" y1="3620" x2="59535" y2="3620"/>
                        <a14:foregroundMark x1="51628" y1="10860" x2="51628" y2="10860"/>
                        <a14:foregroundMark x1="60465" y1="9050" x2="60465" y2="9050"/>
                        <a14:foregroundMark x1="66047" y1="3167" x2="66047" y2="3167"/>
                        <a14:foregroundMark x1="92093" y1="23529" x2="92093" y2="23529"/>
                        <a14:foregroundMark x1="93953" y1="61086" x2="93953" y2="61086"/>
                        <a14:foregroundMark x1="85581" y1="71493" x2="85581" y2="71493"/>
                        <a14:foregroundMark x1="39070" y1="96380" x2="39070" y2="96380"/>
                        <a14:foregroundMark x1="92558" y1="38462" x2="92558" y2="38462"/>
                        <a14:foregroundMark x1="97209" y1="39819" x2="97209" y2="39819"/>
                        <a14:foregroundMark x1="41395" y1="80090" x2="41395" y2="80090"/>
                        <a14:foregroundMark x1="24186" y1="64706" x2="24186" y2="64706"/>
                        <a14:foregroundMark x1="79535" y1="4072" x2="79535" y2="4072"/>
                        <a14:foregroundMark x1="75349" y1="2262" x2="75349" y2="2262"/>
                        <a14:foregroundMark x1="76744" y1="4525" x2="76744" y2="4525"/>
                        <a14:foregroundMark x1="79070" y1="4525" x2="79070" y2="4525"/>
                        <a14:foregroundMark x1="49302" y1="99548" x2="49302" y2="99548"/>
                      </a14:backgroundRemoval>
                    </a14:imgEffect>
                    <a14:imgEffect>
                      <a14:artisticGlowDiffused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195330"/>
            <a:ext cx="5410200" cy="55611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BD0E9E-78FD-4742-9EB5-8DAFC41CFC42}"/>
              </a:ext>
            </a:extLst>
          </p:cNvPr>
          <p:cNvSpPr txBox="1"/>
          <p:nvPr/>
        </p:nvSpPr>
        <p:spPr>
          <a:xfrm>
            <a:off x="609600" y="984250"/>
            <a:ext cx="83058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Cutter bearings, spares and rotor regrinding cost to be benchmarked across the sites and to be optimized. Group discounted pricing discussions with MAAG for spares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Repetitive issue faced to be taken up with MAAG to have more reliability on operation.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Band filter paper roll cost benchmarking across sites and develop cost effective vendors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Upgrade possibility for more energy efficient cutters/ dryers </a:t>
            </a:r>
            <a:r>
              <a:rPr lang="en-US" sz="2800"/>
              <a:t>wherever possible.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04092140"/>
      </p:ext>
    </p:extLst>
  </p:cSld>
  <p:clrMapOvr>
    <a:masterClrMapping/>
  </p:clrMapOvr>
</p:sld>
</file>

<file path=ppt/theme/theme1.xml><?xml version="1.0" encoding="utf-8"?>
<a:theme xmlns:a="http://schemas.openxmlformats.org/drawingml/2006/main" name="2015_09_02_corp_ivl_PowerPointTemplate1">
  <a:themeElements>
    <a:clrScheme name="IVL corporate theme">
      <a:dk1>
        <a:sysClr val="windowText" lastClr="000000"/>
      </a:dk1>
      <a:lt1>
        <a:sysClr val="window" lastClr="FFFFFF"/>
      </a:lt1>
      <a:dk2>
        <a:srgbClr val="18468B"/>
      </a:dk2>
      <a:lt2>
        <a:srgbClr val="7F7F7F"/>
      </a:lt2>
      <a:accent1>
        <a:srgbClr val="E3E3E3"/>
      </a:accent1>
      <a:accent2>
        <a:srgbClr val="375D81"/>
      </a:accent2>
      <a:accent3>
        <a:srgbClr val="AAC0F2"/>
      </a:accent3>
      <a:accent4>
        <a:srgbClr val="009058"/>
      </a:accent4>
      <a:accent5>
        <a:srgbClr val="C5C8D9"/>
      </a:accent5>
      <a:accent6>
        <a:srgbClr val="514C63"/>
      </a:accent6>
      <a:hlink>
        <a:srgbClr val="009058"/>
      </a:hlink>
      <a:folHlink>
        <a:srgbClr val="FFFFF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>
          <a:solidFill>
            <a:schemeClr val="bg2"/>
          </a:solidFill>
          <a:miter lim="800000"/>
          <a:headEnd/>
          <a:tailEnd/>
        </a:ln>
      </a:spPr>
      <a:bodyPr wrap="none" anchor="ctr"/>
      <a:lstStyle>
        <a:defPPr>
          <a:defRPr dirty="0"/>
        </a:defPPr>
      </a:lstStyle>
    </a:spDef>
    <a:lnDef>
      <a:spPr>
        <a:ln>
          <a:solidFill>
            <a:schemeClr val="bg2"/>
          </a:solidFill>
          <a:prstDash val="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stinUSD_x002f_kg xmlns="82822ecf-06f7-46b9-add4-65600883c5e4" xsi:nil="true"/>
    <TaxCatchAll xmlns="8c75c918-dddb-4875-acc3-151854e0cd7d" xsi:nil="true"/>
    <lcf76f155ced4ddcb4097134ff3c332f xmlns="82822ecf-06f7-46b9-add4-65600883c5e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A7303820E1FD438FF6A46FBCB728CA" ma:contentTypeVersion="13" ma:contentTypeDescription="Create a new document." ma:contentTypeScope="" ma:versionID="816f17acb77596a12a5eea2c5274d71e">
  <xsd:schema xmlns:xsd="http://www.w3.org/2001/XMLSchema" xmlns:xs="http://www.w3.org/2001/XMLSchema" xmlns:p="http://schemas.microsoft.com/office/2006/metadata/properties" xmlns:ns2="82822ecf-06f7-46b9-add4-65600883c5e4" xmlns:ns3="8c75c918-dddb-4875-acc3-151854e0cd7d" targetNamespace="http://schemas.microsoft.com/office/2006/metadata/properties" ma:root="true" ma:fieldsID="9ea7a87a33c7d5f93ef0a02bc7a227e7" ns2:_="" ns3:_="">
    <xsd:import namespace="82822ecf-06f7-46b9-add4-65600883c5e4"/>
    <xsd:import namespace="8c75c918-dddb-4875-acc3-151854e0cd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CostinUSD_x002f_kg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822ecf-06f7-46b9-add4-65600883c5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CostinUSD_x002f_kg" ma:index="12" nillable="true" ma:displayName="Cost in USD/kg" ma:format="Dropdown" ma:internalName="CostinUSD_x002f_kg" ma:percentage="FALSE">
      <xsd:simpleType>
        <xsd:restriction base="dms:Number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43890b14-0df8-462d-827d-ee3b8107f11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75c918-dddb-4875-acc3-151854e0cd7d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bd80918-eb2f-43a1-ae6e-46fe8f7bdf6c}" ma:internalName="TaxCatchAll" ma:showField="CatchAllData" ma:web="8c75c918-dddb-4875-acc3-151854e0cd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5B9B59-4815-4072-B8F4-F77B217DF865}">
  <ds:schemaRefs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terms/"/>
    <ds:schemaRef ds:uri="82822ecf-06f7-46b9-add4-65600883c5e4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B625EF9-9E81-45A6-8183-7AE08461DB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C06CCE-3CF4-4FDC-9301-047D789F7059}"/>
</file>

<file path=docProps/app.xml><?xml version="1.0" encoding="utf-8"?>
<Properties xmlns="http://schemas.openxmlformats.org/officeDocument/2006/extended-properties" xmlns:vt="http://schemas.openxmlformats.org/officeDocument/2006/docPropsVTypes">
  <Template>2015_09_02_corp_ivl_PowerPointTemplate1</Template>
  <TotalTime>2194</TotalTime>
  <Words>788</Words>
  <Application>Microsoft Office PowerPoint</Application>
  <PresentationFormat>A4 Paper (210x297 mm)</PresentationFormat>
  <Paragraphs>94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2015_09_02_corp_ivl_PowerPointTemplate1</vt:lpstr>
      <vt:lpstr>PowerPoint Presentation</vt:lpstr>
      <vt:lpstr>POLYMER PUMPS BENCHMARKING </vt:lpstr>
      <vt:lpstr>POLYMER PUMPS</vt:lpstr>
      <vt:lpstr>POLYMER PUMPS</vt:lpstr>
      <vt:lpstr>POLYMER PUMPS</vt:lpstr>
      <vt:lpstr>OBSERVATION  PRE-POLYMER PUMPS </vt:lpstr>
      <vt:lpstr>OBSERVATION FOR POLYMER PUMPS </vt:lpstr>
      <vt:lpstr> SUMMARY AND PATH FORWARD</vt:lpstr>
      <vt:lpstr>CUTTER BENCHMARKING </vt:lpstr>
      <vt:lpstr>RIETER CUTTERS AT IVL</vt:lpstr>
      <vt:lpstr>PowerPoint Presentation</vt:lpstr>
      <vt:lpstr>PowerPoint Presentation</vt:lpstr>
      <vt:lpstr>PowerPoint Presentation</vt:lpstr>
      <vt:lpstr>OBSERVATION </vt:lpstr>
      <vt:lpstr>OBSERVATION </vt:lpstr>
      <vt:lpstr>REPETITIVE ISSUES FACED BY IVL SITES IN CUTTERS </vt:lpstr>
      <vt:lpstr>PATH FORWARD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Kannan</dc:creator>
  <cp:lastModifiedBy>Kannan Vaidyanathan</cp:lastModifiedBy>
  <cp:revision>337</cp:revision>
  <dcterms:created xsi:type="dcterms:W3CDTF">2017-03-17T10:21:14Z</dcterms:created>
  <dcterms:modified xsi:type="dcterms:W3CDTF">2024-11-28T11:46:48Z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0x010100EDA7303820E1FD438FF6A46FBCB728CA</vt:lpwstr>
  </property>
</Properties>
</file>